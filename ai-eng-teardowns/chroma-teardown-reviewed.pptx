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CONTEXT ENGINEERING · SEARCH /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Chroma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Open-source search infrastructure for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AI search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Apache 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developer-default retrieval layer — a component you wire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15M+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monthly downloads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massive OSS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Apache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open-source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permissive license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Serverless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object-storage native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Vector+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multi-modal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CEO: Jeff Huber (ex-Google) · VC-backed, open-source · thesis: “RAG is dead, context engineering is king”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Chroma is AI-native, open-source search: vector, full-text, regex and metadata search on object storage — “modern search for AI”, trusted by millions of developers.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AI-native search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Vector, full-text, regex &amp; metadata search in one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Built on object storage; serverless &amp; scalable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Open-source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Apache 2.0; trusted by millions of developers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Run locally or on Chroma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Built for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“Modern search for AI” — retrieval that doesn't rot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Low latency over billions of multi-tenant indexes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Cloud +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Start free on Cloud or self-host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SDKs for fast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“Open-source search infrastructure for AI.”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developers building RAG/retrieval into apps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modern, multi-modal search for AI context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OSS-led, huge developer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Crowded vector-DB market (Pinecone, Weaviate, pgvector)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Monetizing OSS adoption is hard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“Vector DB” is commoditizing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Enterprise features vs incumbents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Search built for AI context, not a bolt-on vector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Multi-modal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Vector + full-text + regex + metadata, unified.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OSS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15M+ monthly downloads — a default for builders.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Object-storage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Serverless economics; scales without rot.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Open-source (Apache 2.0)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Chroma Cloud (managed)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OSS: free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Cloud: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OSS-led developer PLG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Huge download base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Cloud upsell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VC-backed (seed/Series A); CEO Jeff Huber, ex-Google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Enormous OSS adoption (15M+/mo)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Developer-loved DX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Founder credibility (ex-Google)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Multi-modal search beyond vectors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Serverless cost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Crowded vector-DB lane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OSS monetization is hard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pgvector/Postgres pressure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Commoditization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Enterprise gaps vs incumbents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Context-eng / retrieval substrate.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store under a RAG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Default retrieval layer in RAG engagements.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Cheap, fast, familiar to devs.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Win the developer default via OSS, monetize the cloud.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default retrieval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Exact funding totals not surfaced in this scan; download figure is the company's own claim.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Chroma · Context Engineering · Search / Vector DB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