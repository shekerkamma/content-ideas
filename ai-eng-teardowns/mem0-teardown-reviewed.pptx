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CONTEXT ENGINEERING ·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Mem0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Drop-in memory infrastructure for AI agents and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Memory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Open-source +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YC-backed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best-of-breed memory primitive — a component, not a delivery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$24M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total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Seed + Series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YC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+ Belsky, Dharmesh Shah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open-source 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persistent agent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YC-backed · backers incl. Scott Belsky &amp; Dharmesh Shah · open-source memory layer with a managed Platform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“Your AI can finally remember.” Mem0 is a drop-in, production-grade memory layer that gives agents persistent context across sessions.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Drop-in memory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Persistent memory for agents &amp; apps across sessions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SDKs in Python &amp; Node; plugs into your agent harness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Multi-level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User, session and agent memory: extract, store, retrieve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Relevance-scored, token-efficient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Open-source +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OSS core; managed cloud for production scale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Self-host or fully hosted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Broad 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Works across major LLMs &amp; agent frameworks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Reported fast usage growth through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“Your AI can finally remember.”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agent/app developers needing persistent memory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drop-in, production-ready memory layer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open-source-led, bottom-up developer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Accuracy/benchmark fights vs Letta &amp; Zep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Enterprise governance depth still maturing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Managed-tier pricing not foregrounded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Moat vs framework-native memory (LangGraph)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Memory as drop-in infrastructure, not a framework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Framework-agnostic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Works under any agent stack — not locked to one framework.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OSS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Open-source core drives bottom-up adoption and trust.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Production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Managed cloud handles scale, latency and persistence.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Open-source core (self-host)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Managed Platform (hosted)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OSS: free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OSS-led developer PLG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Bottom-up into teams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Community +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$24M across Seed + Series A; YC-backed (Scott Belsky, Dharmesh Shah among angels)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Large OSS adoption &amp; developer mindshare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Framework-agnostic drop-in design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YC + strong angel network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One sharp job done well (memory)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Fast-growing production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Crowded memory lane (Letta, Zep, Cognee)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Benchmark/marketing credibility fights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Frameworks bundle memory natively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Thin moat on open-source core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Enterprise governance still nascent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Context-engineering / memory — a component, not delivery.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persistence layer under an agent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Wire in as the memory layer; don't build your own.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Speeds up any agent engagement that needs recall.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OSS-led distribution + a single, sharp job.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Framework-agnostic = adoption everywhere.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adopt as the memory layer in agent builds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Mem0 founder names weren't confirmed in this scan; funding split across Seed+Series A is from press aggregators.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Mem0 · Context Engineering · Memory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