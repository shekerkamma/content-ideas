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2921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TEARDOWN  ·  HARNESS ENGINEERING · CODE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412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200" b="1" i="0">
                <a:solidFill>
                  <a:srgbClr val="FFFFFF"/>
                </a:solidFill>
                <a:latin typeface="Calibri"/>
              </a:rPr>
              <a:t>Daytona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85039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Secure, elastic infrastructure for running AI-generated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AI code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Stateful sandboxes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512064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F7F1"/>
                </a:solidFill>
                <a:latin typeface="Calibri"/>
              </a:rPr>
              <a:t>$24M Series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E2B alternative — fast, stateful agent runtimes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B800"/>
                </a:solidFill>
                <a:latin typeface="Calibri"/>
              </a:rPr>
              <a:t>$24M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Series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FirstMark Capital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823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0823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90ms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env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2263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lightning-fast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Stateful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sandboxes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composable runtimes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5191" y="1783080"/>
            <a:ext cx="2567863" cy="2286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057400"/>
            <a:ext cx="2567863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Py/TS/Go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6631" y="2880360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+ Java/Ruby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6631" y="3456432"/>
            <a:ext cx="2384983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broad SDK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24528"/>
            <a:ext cx="11094415" cy="16002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82296" cy="1600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1B2B3C"/>
                </a:solidFill>
                <a:latin typeface="Calibri"/>
              </a:rPr>
              <a:t>Founder: Ivan Burazin · $24M Series A (FirstMark, Matt Turck) · dev-environment infra repositioned for the agent era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Daytona is fast, stateful infrastructure for AI agents — 90ms environment creation, composable runtimes, and secure isolation for AI-generated code.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Verified from the live product site, not the tagline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AI code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Secure &amp; elastic infra to run AI-generated code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90ms environment creation; stateful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16459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Composable sandboxes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Create / exec / delete sandboxes via a simple SDK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Python, TypeScript, Ruby, Go, 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6459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Stateful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Persistent dev environments for agents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Snapshot &amp; restore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611880"/>
            <a:ext cx="5410047" cy="164592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611880"/>
            <a:ext cx="82296" cy="164592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9039" y="37581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Enterprise infra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215384"/>
            <a:ext cx="4952847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Secure isolation built for agent workloads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Used by agent companies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Positioning &amp; ICP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message they repeat — and the gaps they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Tagline: “Run AI Code.”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ICP: teams running agent/AI-generated code at scale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Message: fast, secure, stateful runtime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Motion: developer-led + enterprise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37360"/>
            <a:ext cx="5410047" cy="3840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45720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801368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THEY AVOID SAYING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377440"/>
            <a:ext cx="4861407" cy="3017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Pivoted from dev-environments to AI-code runtime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Direct fight with E2B/Modal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Smaller raise than rivals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Differentiation vs E2B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0C9A7"/>
                </a:solidFill>
                <a:latin typeface="Calibri"/>
              </a:rPr>
              <a:t>Fast, stateful runtime purpose-built for AI-generated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90ms environment creation.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098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Stateful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Persistent, composable runtimes for agents.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926080"/>
            <a:ext cx="3240938" cy="246888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7796" y="2926080"/>
            <a:ext cx="3240938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0676" y="2971800"/>
            <a:ext cx="301233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Repositioned to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3611880"/>
            <a:ext cx="2875178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Dev-env infra rebuilt for the agent era.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Business Model &amp;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it's licensed, priced, and sold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Managed runtime cloud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OSS roots (dev environments)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8218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Usage-based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Free to start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Enterprise: custom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1089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7796" y="1783080"/>
            <a:ext cx="3240938" cy="45720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7796" y="1847088"/>
            <a:ext cx="324093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GTM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423160"/>
            <a:ext cx="2875178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Developer-led + enterprise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Speed/statefulness pitch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•  Agent-company logos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11094415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FUNDING:  $24M Series A led by FirstMark Capital (Matt Turck); founder Ivan Burazin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Strengths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honest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657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Fast (90ms) environment creation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Stateful + composable runtimes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FirstMark backing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Multi-language SDK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WIN: Clear repositioning to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783080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783080"/>
            <a:ext cx="82296" cy="36576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1929384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E05A6B"/>
                </a:solidFill>
                <a:latin typeface="Calibri"/>
              </a:rPr>
              <a:t>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9039" y="2386584"/>
            <a:ext cx="4952847" cy="2889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Out-raised by E2B/Modal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Differentiation vs E2B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Pivot-execution risk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Commoditization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RISK: Hyperscaler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 What For DataStaqAI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it fits in your delivery 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82296" cy="356616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Where it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Harness-eng / code runtime (E2B alternative).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Where agent code executes.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7830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250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For DataStaqAI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250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Alternative runtime for agent code execution.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Worth benching vs E2B per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783080"/>
            <a:ext cx="3240938" cy="35661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783080"/>
            <a:ext cx="82296" cy="35661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1929384"/>
            <a:ext cx="285689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Lesson to steal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386584"/>
            <a:ext cx="2783738" cy="2798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Speed + statefulness as a wedge; reposition into the agent era.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106372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VERDICT:  COMPONENT — E2B alternative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Caveats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this teardown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28800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883664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Firecrawl Printing Press CLI scrape of the company's live site + search (funding/founders). Functions framed against the DataStaqAI 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62072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07208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862072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 capabilities, positioning, founders and investors are from live pages/results. Quotes are the company's own copy.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6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40480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785616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840480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Funding/valuation figures are from press/aggregators, not audited. Pricing is described qualitatively where exact tiers weren't published.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64024"/>
            <a:ext cx="237744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818888"/>
            <a:ext cx="20574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Caveat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764024"/>
            <a:ext cx="8577072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4818888"/>
            <a:ext cx="8229600" cy="75895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Founder/company detail is partial in this scan; positioning is from the live site.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Company Teardown: Daytona · Harness Engineering · Code Runtime · 2026-06-27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