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0"/>
            <a:ext cx="2407615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2921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COMPANY TEARDOWN  ·  HARNESS ENGINEERING · AGENT SANDBOX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841248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200" b="1" i="0">
                <a:solidFill>
                  <a:srgbClr val="FFFFFF"/>
                </a:solidFill>
                <a:latin typeface="Calibri"/>
              </a:rPr>
              <a:t>E2B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80360"/>
            <a:ext cx="155448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85039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Secure AI sandboxes for enterprise-grade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Agent sandboxes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Open-source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Enterprise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category leader for agent execution — a runtime you wire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B800"/>
                </a:solidFill>
                <a:latin typeface="Calibri"/>
              </a:rPr>
              <a:t>$48.3M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total funding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$21M Series A (2025)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823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0823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C9A7"/>
                </a:solidFill>
                <a:latin typeface="Calibri"/>
              </a:rPr>
              <a:t>88% F100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2263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reported usage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2263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heavy adoption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9B82"/>
                </a:solidFill>
                <a:latin typeface="Calibri"/>
              </a:rPr>
              <a:t>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sandbox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open-source 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5191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5191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C9A7"/>
                </a:solidFill>
                <a:latin typeface="Calibri"/>
              </a:rPr>
              <a:t>~200ms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631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cold 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6631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fast isolation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24528"/>
            <a:ext cx="11094415" cy="16002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24528"/>
            <a:ext cx="82296" cy="1600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342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68172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Founders: Vasek Mlejnsky &amp; Tomas Valenta · $48.3M total ($21M Series A) · used by Hugging Face &amp; Manus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E2B gives AI agents secure computers with real-world tools — an open-source, isolated runtime for code execution, computer-use and background agents.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E2B · Harness Engineering · Agent Sandbox · 2026-06-27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They Actually 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Verified from the live product site, not the tagline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AI sandboxes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Secure, isolated computers for agents to run code &amp; tools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Open-source; SDKs in Python &amp; 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82296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Real-world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3865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Agents get a real OS, filesystem, internet, MCPs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For deep-research, computer-use &amp; background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11880"/>
            <a:ext cx="82296" cy="16459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7581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Enterprise agent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2153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Run agent workloads securely at scale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88% of the F100 reported using E2B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6118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611880"/>
            <a:ext cx="82296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37581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Fast + isolated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42153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~200ms startup; full isolation per run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Supports RL &amp; automation workloads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E2B · Harness Engineering · Agent Sandbox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Positioning &amp; ICP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message they repeat — and the gaps they avoid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410047" cy="3840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5410047" cy="457200"/>
          </a:xfrm>
          <a:prstGeom prst="roundRect">
            <a:avLst>
              <a:gd name="adj" fmla="val 5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541004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THEY SAY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4861407" cy="3017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Tagline: “AI sandboxes for agents.”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ICP: teams deploying code-executing/agentic workloads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Message: secure, fast, real-tool environments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Motion: OSS-led + enterprise cloud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37360"/>
            <a:ext cx="5410047" cy="3840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3007" y="1737360"/>
            <a:ext cx="5410047" cy="457200"/>
          </a:xfrm>
          <a:prstGeom prst="roundRect">
            <a:avLst>
              <a:gd name="adj" fmla="val 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801368"/>
            <a:ext cx="541004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THEY AVOID SAYING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2377440"/>
            <a:ext cx="4861407" cy="3017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Head-to-head with Modal/Daytona/Blaxel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“88% F100” is usage, not revenue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Sandbox primitive commoditizing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Compute-cost margins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E2B · Harness Engineering · Agent Sandbox · 2026-06-27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The secure runtime layer agents actually need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Agent-purpose-built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Designed for agent workflows, not generic CI.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098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OSS + adoption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818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Open-source + heavy real-world use (HF, Manus).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7796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0676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Real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6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A full computer: FS, net, MCPs — not a toy.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E2B · Harness Engineering · Agent Sandbox · 2026-06-27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Business Model &amp; GTM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it's licensed, priced, and sold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Open-source core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Managed agent cloud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8218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8218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OSS: free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Cloud: usage-based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Enterprise: custom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7796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7796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GTM 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0676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OSS-led + enterprise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Startups program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Marquee case studies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11094415" cy="54864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3036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FUNDING:  $48.3M total, incl. $21M Series A (July 2025); founders Vasek Mlejnsky &amp; Tomas Valenta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E2B · Harness Engineering · Agent Sandbox · 2026-06-27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Strengths &amp;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An honest 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6576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4952847" cy="2889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Category leader for agent sandboxes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Marquee users (Hugging Face, Manus)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Strong OSS adoption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Enterprise traction (88% F100 claim)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Fast-startup isolation tech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82296" cy="36576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E05A6B"/>
                </a:solidFill>
                <a:latin typeface="Calibri"/>
              </a:rPr>
              <a:t>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386584"/>
            <a:ext cx="4952847" cy="2889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Direct fight with Modal/Daytona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Usage ≠ revenue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Sandbox commoditization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Hyperscalers entering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Compute-margin pressure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E2B · Harness Engineering · Agent Sandbox · 2026-06-27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So What For DataStaqAI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Where it fits in your delivery 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56616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Where it sits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Harness-eng / agent execution substrate.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Where agent code actually runs.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783080"/>
            <a:ext cx="82296" cy="3566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4250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For DataStaqAI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250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Runtime for code-executing agents in builds.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Secure isolation you don't have to build.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1783080"/>
            <a:ext cx="82296" cy="35661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3828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Lesson to steal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3828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Own a sharp primitive + OSS distribution.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86400"/>
            <a:ext cx="11094415" cy="45720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59552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VERDICT:  COMPONENT — agent execution runtime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E2B · Harness Engineering · Agent Sandbox · 2026-06-27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Method &amp; Caveats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this teardown was built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828800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883664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Firecrawl Printing Press CLI scrape of the company's live site + search (funding/founders). Functions framed against the DataStaqAI thesis.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07208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862072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807208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862072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Product capabilities, positioning, founders and investors are from live pages/results. Quotes are the company's own copy.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85616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40480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Reported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3785616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3840480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Funding/valuation figures are from press/aggregators, not audited. Pricing is described qualitatively where exact tiers weren't published.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64024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818888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Caveat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3240" y="4764024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4818888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“88% of F100” is a self-reported usage claim, not audited revenue.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E2B · Harness Engineering · Agent Sandbox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