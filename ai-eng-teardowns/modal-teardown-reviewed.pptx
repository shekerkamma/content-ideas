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HARNESS ENGINEERING · AI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Modal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AI infrastructure developers love — serverless inference, training &amp; sandboxes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Serverless AI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$1.1B 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Sandboxes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Broad AI-compute substrate — the layer your agents run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$1.1B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$87M Series B (Lux)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Erik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ex-Spotify (Luigi, Annoy)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&lt;1s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cold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instant autoscale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0→1000+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elastic, on demand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Founder: Erik Bernhardsson (ex-Spotify) · $87M Series B at $1.1B (Lux Capital); a later $355M / $4.65B round was also reported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Modal is a serverless cloud for AI: run inference, training, batch and sandboxes with sub-second cold starts, instant autoscaling and a local-feeling developer experience.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Serverless AI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Inference, training, batch &amp; sandboxes in code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Sub-second cold starts; instant autoscale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Cloud-in-code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Stay in Python; specify logic + hardware in one place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Local-feeling DX that ships to the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Elastic GPU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Autoscale 0→1000+ GPUs; routes across clouds/regions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commitments or capacity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Sandboxes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untrusted / agent-generated code securely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Production-ready primitives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“AI infrastructure developers love.”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AI/ML teams running inference &amp; workloads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serverless, fast, own your inference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bottom-up developer +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Broader than 'harness' — competes with clouds, Together, Baseten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GPU-cost economics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High valuation expectations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Lock-in concerns vs raw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Serverless AI compute with a local-feeling developer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Developer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Cloud-in-code; ship from Python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Cold-start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Sub-second starts + instant autoscale.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Own your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Run/own models vs renting API endpoints.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Proprietary serverless cloud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Compute-as-a-service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Usage-based compute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Free tier to start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Bottom-up developer PLG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 expansion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DX as the magnet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$87M Series B at $1.1B (Lux Capital, 2025); a $355M / $4.65B round also reported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Elite founder + developer experience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$1.1B+ war chest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Speed/autoscale technology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Broad workload coverage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Strong developer love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Capital-intensive compute margins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Hyperscaler + Baseten/Together competition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High valuation bar to grow into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Inference commoditizing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Lock-in pushback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Harness-eng / AI compute substrate.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Where workloads execute.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Compute layer for hosting agent/inference workloads.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Avoids managing GPUs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DX as moat; 'own your inference' framing.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compute substrate (broad)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Two valuation figures surfaced ($1.1B Series B and a later $355M / $4.65B); both are reported, treat the latest as unconfirmed.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Modal · Harness Engineering · AI Compute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