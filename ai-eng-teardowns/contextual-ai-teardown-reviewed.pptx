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CONTEXT ENGINEERING · ENTERPRISE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Contextual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context layer for expert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Enterprise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RAG pedigree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Agent Composer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Enterprise-first RAG — leaves the mid-market open for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$100M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total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$80M Series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Douwe Kiela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coined “RAG” at Meta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advanced/regulated industries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Composer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build expert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Founders: Douwe Kiela (coined RAG) &amp; Amanpreet Singh · $100M total ($80M Series A) · enterprise platform for technical industries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Contextual AI is the unified context layer powering expert AI in advanced industries — agents that reason over technical docs, specs and institutional knowledge.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Contextual AI · Context Engineering · Enterprise RAG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Unified context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Agents reason over technical docs, specs &amp; institutional knowledge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Cuts complex tasks from hours to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End-to-end RAG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Managed retrieval + grounding + generation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Built by the team that coined 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Agent Composer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expert agents over enterprise knowledge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“AI for when it IS rocket science”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Advanced-industry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Engineering, energy, finance, hardware verticals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Grounded, citation-backed answers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Contextual AI · Context Engineering · Enterprise RAG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“The context layer for expert AI.”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large enterprises in technical/regulated industries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grounded expert AI over institutional knowledge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Credibility: Douwe Kiela coined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Enterprise-first → six-figure, not mid-market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Reported ARR modest vs funding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Heavy services/integration to deploy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Competes with DIY RAG + frameworks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Contextual AI · Context Engineering · Enterprise RAG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End-to-end grounded RAG, not a DIY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RAG pedigree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Founder coined RAG — deepest research credibility.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End-to-end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Retrieval + grounding + generation, managed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Expert/regulated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Built for high-stakes technical knowledge.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Contextual AI · Context Engineering · Enterprise RAG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Closed enterprise platform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Managed end-to-end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 ACV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Sales-led, demo-first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Not mid-market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 sales-led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Advanced-industry logos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Founder/research brand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$100M total ($80M Series A); founder Douwe Kiela (coined RAG at Meta)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Contextual AI · Context Engineering · Enterprise RAG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Unmatched RAG research pedigree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$100M war chest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End-to-end managed platform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Regulated-industry grounding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Enterprise logos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Enterprise-first prices out mid-market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Modest ARR vs funding raised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Heavy deployment effort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DIY RAG + frameworks pressure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Long sales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Contextual AI · Context Engineering · Enterprise RAG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Context-eng / enterprise RAG platform.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Top end of the market.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Reference architecture; you deliver RAG to the mid-market they skip.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Their floor is your ceiling.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Pedigree + end-to-end as moat — but enterprise-only leaves your lane.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REFERENCE / GAP — they leave the mid-market to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Contextual AI · Context Engineering · Enterprise RAG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One aggregator's valuation/ARR figures looked unreliable and were excluded; $100M/$80M Series A is well-attested.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Contextual AI · Context Engineering · Enterprise RAG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