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TEARDOWN  ·  CONTEXT ENGINEERING · STATEFUL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Letta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Self-improving agents with memory — from the creators of MemGPT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Stateful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MemGPT 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YC-backed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deepest memory pedigree in the category — research-led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$10M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YC-backed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MemGPT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origin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UC Berkeley Sky 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+ letta-code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open framework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-led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advised by Stoica &amp; Gonzalez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Founders: Charles Packer &amp; Sarah Wooders (MemGPT, UC Berkeley) · backers: Jeff Dean, Clem Delangue, Felicis, Essence, Sunflower · customers: Bilt, 11x, Kognitos, Hunt Club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Letta builds “machines that learn”: stateful agents whose memory, identity and capabilities persist and evolve over time. Born from the MemGPT paper.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Letta · Context Engineering · Stateful Agents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site, not the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Stateful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Agents whose memory, identity &amp; skills persist and evolve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Tiered/virtual context management (MemGPT lineage)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Context as a memory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“LLM operating system” — manage context programmatically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Context repositories: git-based memory versioning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Letta Agent +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Ships as software; npm i -g @letta-ai/letta-code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Continual learning + sleep-time compute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Open, model-agnostic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Open-source server/SDK to build &amp; deploy agents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Not locked to a single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Letta · Context Engineering · Stateful Agents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they repeat — and the gaps they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Vision: “machines that learn” / digital people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builders wanting long-lived, learning agents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Message: memory + continual learning = improving agents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Research-lab credibility (MemGPT)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Commercial model understated (research-lab framing)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“Digital people” vision vs near-term buyer ROI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Benchmark fights with Mem0/Zep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Enterprise readiness vs Zep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Letta · Context Engineering · Stateful Agents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Agent memory as an operating system, not a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Research moat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MemGPT lineage + UC Berkeley Sky Lab pedigree.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Continual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Agents improve over time via memory-native RL.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Open + model-agnostic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A framework anyone can build on; not model-locked.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Letta · Context Engineering · Stateful Agents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Model &amp;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it's licensed, priced, and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Open-source framework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Cloud/managed agent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OSS: free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Cloud: usage-based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Enterprise: custom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GTM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Research-led credibility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Developer/OSS adoption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CLI (letta-code) land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FUNDING:  $10M seed; YC-backed; backers incl. Jeff Dean, Clem Delangue, Felicis Ventures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Letta · Context Engineering · Stateful Agents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honest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Top research pedigree (MemGPT)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Marquee backers &amp; advisors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Real customers (Bilt, 11x, Kognitos)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Differentiated continual-learning thesis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OSS + CLI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Research-lab framing vs commercial focus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Crowded memory category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Long-horizon vision vs near-term ROI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Monetization still unproven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Frameworks may absorb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Letta · Context Engineering · Stateful Agents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it fits in your delivery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Context-eng / stateful agents — deep memory infra.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An agent substrate, not just a store.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For DataStaqAI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Candidate memory/agent substrate for complex builds.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Strongest when 'learning over time' matters.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Lesson to steal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Research credibility as a moat.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OSS + CLI as the land motion.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 COMPONENT / WATCH — strongest memory pedigree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Letta · Context Engineering · Stateful Agents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the company's live site + search (funding/founders). Functions framed against the DataStaqAI 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positioning, founders and investors are from live pages/results. Quotes are the company's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Funding/valuation figures are from press/aggregators, not audited. Pricing is described qualitatively where exact tiers weren't published.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Caveat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Letta has repositioned as a research lab; commercial/pricing detail is thin on the public site.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Letta · Context Engineering · Stateful Agents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