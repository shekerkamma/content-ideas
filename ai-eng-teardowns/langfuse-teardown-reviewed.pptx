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HARNESS ENGINEERING · LLM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Langfuse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open-source AI engineering platform — trace, evaluate, improve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LLM observability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MIT open-source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Acquired by ClickHouse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OSS observability default — governance you can self-host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Acquired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by ClickHouse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Jan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YC W23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+ Lightspeed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MIT 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fully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open-sourced Jun 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Trace+Eval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observability for LLMs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Founders: Marc Klingen, Clemens Rawert, Maximilian Deichmann · YC W23 · MIT open-sourced Jun 2025 · acquired by ClickHouse (Jan 2026)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Langfuse is the open-source platform to trace, evaluate and improve LLM apps and agents. Fully MIT open-sourced in 2025; acquired by ClickHouse in Jan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LLM tracing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Trace every LLM/agent call end-to-end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Debug, monitor &amp; analyze in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Evals &amp;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evaluations; manage datasets &amp; experiments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quality; catch regressions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Open-source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MIT-licensed; self-host or cloud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Full feature set open-sourced (2025)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Prompt +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Prompt management + usage/cost analytics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Collaborative AI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“The open-source LLM engineering platform.”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dev teams building LLM apps &amp; agents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open, self-hostable observability + evals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Motion: OSS-led, huge developer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Now part of ClickHouse — independence/roadmap questions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Crowded lane (Braintrust, Arize, LangSmith)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Monetization shifts to ClickHouse strategy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Overlap with eval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Open-source observability as the default LLM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OSS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MIT-licensed; self-host — strong developer 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Acquired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ClickHouse backing for data scale (Jan 2026).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Full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Trace + eval + prompt + analytics in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Open-source (MIT)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 + self-host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Now ClickHouse-backed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OSS: free / self-host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Cloud: usage-based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OSS-led developer adoption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Self-host trust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ClickHouse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YC W23 + Lightspeed; fully MIT open-sourced (2025); acquired by ClickHouse (Jan 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Large OSS adoption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Full-lifecycle platform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MIT open-source trust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ClickHouse acquisition (scale/durability)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YC + Lightspeed backing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Acquisition → independence/roadmap questions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Crowded observability lane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Monetization under ClickHouse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Overlap with Braintrust/Arize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Commoditization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Harness-eng / LLM observability (OSS).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Self-hostable governance.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Self-hostable observability for agent deliveries.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Client owns the data — fits your governance ownership.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OSS default + acquisition as exit; full-lifecycle bundle.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OSS observability/governance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ClickHouse acquisition (Jan 2026) is from press; product roadmap post-acquisition is not yet clear.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Langfuse · Harness Engineering · LLM Observability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