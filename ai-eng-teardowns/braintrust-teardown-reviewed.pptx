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4080" y="0"/>
            <a:ext cx="2407615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29216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COMPANY TEARDOWN  ·  HARNESS ENGINEERING · EVAL &amp;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841248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5200" b="1" i="0">
                <a:solidFill>
                  <a:srgbClr val="FFFFFF"/>
                </a:solidFill>
                <a:latin typeface="Calibri"/>
              </a:rPr>
              <a:t>Braintrust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80360"/>
            <a:ext cx="155448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85039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Ship quality AI at scale — turn production patterns into evals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F7F1"/>
                </a:solidFill>
                <a:latin typeface="Calibri"/>
              </a:rPr>
              <a:t>Eval harness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F7F1"/>
                </a:solidFill>
                <a:latin typeface="Calibri"/>
              </a:rPr>
              <a:t>a16z-backed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F7F1"/>
                </a:solidFill>
                <a:latin typeface="Calibri"/>
              </a:rPr>
              <a:t>Top AI logos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reliability harness — the QA/governance layer for agent delivery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FFB800"/>
                </a:solidFill>
                <a:latin typeface="Calibri"/>
              </a:rPr>
              <a:t>$45M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total funding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$36M round (a16z)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0823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0823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C9A7"/>
                </a:solidFill>
                <a:latin typeface="Calibri"/>
              </a:rPr>
              <a:t>Ankur Goyal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2263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founder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2263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ex-Figma, Impira, MemSQL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9B82"/>
                </a:solidFill>
                <a:latin typeface="Calibri"/>
              </a:rPr>
              <a:t>Zapier+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customers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Notion, Instacart, Airtable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5191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5191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C9A7"/>
                </a:solidFill>
                <a:latin typeface="Calibri"/>
              </a:rPr>
              <a:t>Evals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6631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+ tracing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6631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the AI eval harness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24528"/>
            <a:ext cx="11094415" cy="16002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24528"/>
            <a:ext cx="82296" cy="1600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3342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68172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Founder: Ankur Goyal (ex-Figma / Impira / MemSQL) · $45M total ($36M round, a16z / Martin Casado) · customers: Zapier, Notion, Instacart, Airtable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Braintrust is the eval + observability platform for AI: surface patterns in production, turn them into evals, and improve quality with every release.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Braintrust · Harness Engineering · Eval &amp; Observability · 2026-06-27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 They Actually 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Verified from the live product site, not the tagline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Eval harness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Define, run &amp; track evals for LLM apps &amp; agents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Turn production patterns into evals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82296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Production tracing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3865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Inspect traces &amp; logs in real time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Auto-surface failure patterns (Topics)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118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11880"/>
            <a:ext cx="82296" cy="16459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7581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B800"/>
                </a:solidFill>
                <a:latin typeface="Calibri"/>
              </a:rPr>
              <a:t>Quality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2153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Improve quality every release; catch regressions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Datasets + scorers + experiments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36118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3611880"/>
            <a:ext cx="82296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9039" y="37581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Enterprise-ready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42153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Used by top AI teams; self-host options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Built for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Braintrust · Harness Engineering · Eval &amp; Observability ·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Positioning &amp; ICP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message they repeat — and the gaps they avoid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410047" cy="3840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5410047" cy="457200"/>
          </a:xfrm>
          <a:prstGeom prst="roundRect">
            <a:avLst>
              <a:gd name="adj" fmla="val 5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01368"/>
            <a:ext cx="541004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THEY SAY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4861407" cy="3017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Tagline: “Ship quality AI at scale.”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ICP: AI product teams shipping LLM features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Message: eval-driven dev = reliable AI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Trust: top logos + a16z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37360"/>
            <a:ext cx="5410047" cy="3840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3007" y="1737360"/>
            <a:ext cx="5410047" cy="457200"/>
          </a:xfrm>
          <a:prstGeom prst="roundRect">
            <a:avLst>
              <a:gd name="adj" fmla="val 5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801368"/>
            <a:ext cx="541004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THEY AVOID SAYING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2377440"/>
            <a:ext cx="4861407" cy="3017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Crowded eval/observability lane (Langfuse, Arize, Galileo)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“Eval is a feature vs platform” debate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Monetization vs OSS rivals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Overlap with LangSmith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Braintrust · Harness Engineering · Eval &amp; Observability · 2026-06-27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94415" cy="10972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Eval-driven development as the AI quality harness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3240938" cy="24688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30123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Production→eval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Auto-surface patterns and turn them into evals.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926080"/>
            <a:ext cx="3240938" cy="24688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292608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1098" y="2971800"/>
            <a:ext cx="30123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Marquee adoption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6818" y="361188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Zapier, Notion, Instacart, Airtable.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926080"/>
            <a:ext cx="3240938" cy="24688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7796" y="292608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0676" y="2971800"/>
            <a:ext cx="30123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Founder pedigree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396" y="361188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Ankur Goyal has built AI dev platforms before.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Braintrust · Harness Engineering · Eval &amp; Observability · 2026-06-27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Business Model &amp; GTM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How it's licensed, priced, and sold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0938" cy="3108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3240938" cy="457200"/>
          </a:xfrm>
          <a:prstGeom prst="roundRect">
            <a:avLst>
              <a:gd name="adj" fmla="val 6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2875178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Proprietary SaaS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Self-host option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783080"/>
            <a:ext cx="3240938" cy="3108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8218" y="1783080"/>
            <a:ext cx="3240938" cy="45720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8218" y="1847088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PRICING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098" y="2423160"/>
            <a:ext cx="2875178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SaaS tiers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Free to start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Enterprise: custom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783080"/>
            <a:ext cx="3240938" cy="3108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27796" y="1783080"/>
            <a:ext cx="3240938" cy="457200"/>
          </a:xfrm>
          <a:prstGeom prst="roundRect">
            <a:avLst>
              <a:gd name="adj" fmla="val 6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7796" y="1847088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GTM MOTION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0676" y="2423160"/>
            <a:ext cx="2875178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Top-down + PLG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Logo-led credibility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a16z network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20640"/>
            <a:ext cx="11094415" cy="54864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3036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FUNDING:  $45M total incl. a $36M round (a16z, Martin Casado); founder Ankur Goyal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Braintrust · Harness Engineering · Eval &amp; Observability · 2026-06-27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Strengths &amp;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An honest 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3657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36576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4952847" cy="2889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Top-tier customer logos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Founder pedigree + a16z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Production→eval loop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Clear quality ROI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Enterprise traction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3657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82296" cy="36576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E05A6B"/>
                </a:solidFill>
                <a:latin typeface="Calibri"/>
              </a:rPr>
              <a:t>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386584"/>
            <a:ext cx="4952847" cy="2889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Crowded eval lane (Langfuse/Arize/Galileo)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Eval as feature, not platform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OSS rivals undercut on price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LangSmith overlap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Commoditization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Braintrust · Harness Engineering · Eval &amp; Observability · 2026-06-27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So What For DataStaqAI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Where it fits in your delivery thesis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356616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Where it sits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2783738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Harness-eng / eval &amp; observability.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The reliability loop.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8218" y="1783080"/>
            <a:ext cx="82296" cy="35661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4250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For DataStaqAI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4250" y="2386584"/>
            <a:ext cx="2783738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The QA/governance harness for agent deliveries.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Proof your agents work — your delivery gate.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1783080"/>
            <a:ext cx="82296" cy="35661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3828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B800"/>
                </a:solidFill>
                <a:latin typeface="Calibri"/>
              </a:rPr>
              <a:t>Lesson to steal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3828" y="2386584"/>
            <a:ext cx="2783738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Own the reliability loop; logos as proof.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86400"/>
            <a:ext cx="11094415" cy="45720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59552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VERDICT:  COMPONENT — eval/governance harness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Braintrust · Harness Engineering · Eval &amp; Observability · 2026-06-27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Method &amp; Caveats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How this teardown was built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828800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883664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Firecrawl Printing Press CLI scrape of the company's live site + search (funding/founders). Functions framed against the DataStaqAI thesis.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07208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862072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Verified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807208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862072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Product capabilities, positioning, founders and investors are from live pages/results. Quotes are the company's own copy.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85616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40480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Reported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3785616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3840480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Funding/valuation figures are from press/aggregators, not audited. Pricing is described qualitatively where exact tiers weren't published.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64024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818888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Caveat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63240" y="4764024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4818888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Customer list is from Braintrust's own materials; funding total is from press.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Braintrust · Harness Engineering · Eval &amp; Observability ·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