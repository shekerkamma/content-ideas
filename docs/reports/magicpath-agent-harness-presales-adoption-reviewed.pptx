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0"/>
            <a:ext cx="18105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EXECUTIVE / SALES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8869680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300" b="1" i="0">
                <a:solidFill>
                  <a:srgbClr val="FFFFFF"/>
                </a:solidFill>
                <a:latin typeface="Calibri"/>
              </a:rPr>
              <a:t>Why MagicPath
When We Already
Have Agents?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30752"/>
            <a:ext cx="12344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80467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A practical pre-sales adoption brief: where MagicPath adds value, where it does not, and how to use it across six buyer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020056"/>
            <a:ext cx="1819656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0C9A7"/>
                </a:solidFill>
                <a:latin typeface="Calibri"/>
              </a:rPr>
              <a:t>Agent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498348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5020056"/>
            <a:ext cx="1819656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0C9A7"/>
                </a:solidFill>
                <a:latin typeface="Calibri"/>
              </a:rPr>
              <a:t>Visual Spec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98348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5020056"/>
            <a:ext cx="1819656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0C9A7"/>
                </a:solidFill>
                <a:latin typeface="Calibri"/>
              </a:rPr>
              <a:t>Buyer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98348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5020056"/>
            <a:ext cx="1819656" cy="2926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0C9A7"/>
                </a:solidFill>
                <a:latin typeface="Calibri"/>
              </a:rPr>
              <a:t>POC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Answer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MagicPath is not valuable because it adds another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1094415" cy="804672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515600" cy="6949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FFFF"/>
                </a:solidFill>
                <a:latin typeface="Calibri"/>
              </a:rPr>
              <a:t>Agents are good at building from instructions. MagicPath is useful when the missing layer is a visual, collaborative, prospect-specific spec that humans and agents can both work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33756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333756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53512"/>
            <a:ext cx="300837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What you already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01568"/>
            <a:ext cx="300837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Claude Code, Codex, Cursor, and your agent harness can build, refactor, test, and deploy from a clear instruction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788920"/>
            <a:ext cx="333756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788920"/>
            <a:ext cx="333756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953512"/>
            <a:ext cx="300837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What is often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401568"/>
            <a:ext cx="300837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The buyer-specific workflow: screens, roles, decisions, exception states, approvals, integrations, and demo storyline.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88920"/>
            <a:ext cx="333756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788920"/>
            <a:ext cx="333756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2953512"/>
            <a:ext cx="300837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MagicPath's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3401568"/>
            <a:ext cx="300837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Create the shared visual surface where sales, pre-sales, design, buyer context, and coding agents align before code is built.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21808"/>
            <a:ext cx="11094415" cy="530352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515600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your harness already creates great buyer-specific visual specs, MagicPath may be optional. If prototypes are generic or slow to scope, MagicPath can be useful.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Core Objection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Why integrate with Claude Code or Codex when we can use them directly?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120640" cy="20574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479145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Direct agent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04288"/>
            <a:ext cx="4791456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Prompt → code → app
This works when the requirement is clear, the UI pattern is obvious, and the buyer does not need a highly tailored experience to move forward.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120640" cy="20574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12064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56232"/>
            <a:ext cx="479145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Pre-sales reality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04288"/>
            <a:ext cx="4791456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Discovery notes are ambiguous. Buyers speak in operational terms. The demo must show their workflow, not just a functional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1094415" cy="64008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90872"/>
            <a:ext cx="10515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0C9A7"/>
                </a:solidFill>
                <a:latin typeface="Calibri"/>
              </a:rPr>
              <a:t>The integration point is not 'MagicPath replaces Claude Code/Codex.' It is 'MagicPath gives Claude Code/Codex a better visual spec to build from.'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Layer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Separate the business problem, visual spec, code agent, and deployment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029968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029968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157984"/>
            <a:ext cx="177393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697480"/>
            <a:ext cx="1773936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Discovery call, buyer pain, economics, stakeholder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542032"/>
            <a:ext cx="2011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874519"/>
            <a:ext cx="2029968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1874519"/>
            <a:ext cx="2029968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157984"/>
            <a:ext cx="177393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Workflow/spec/design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697480"/>
            <a:ext cx="1773936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MagicPath canvas, scenario storyboard, screens, states, integration placeholders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42032"/>
            <a:ext cx="2011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874519"/>
            <a:ext cx="2029968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874519"/>
            <a:ext cx="2029968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157984"/>
            <a:ext cx="177393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97480"/>
            <a:ext cx="1773936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Claude Code, Codex, Cursor, internal agent 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542032"/>
            <a:ext cx="2011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6" y="1874519"/>
            <a:ext cx="2029968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51776" y="1874519"/>
            <a:ext cx="2029968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2157984"/>
            <a:ext cx="177393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697480"/>
            <a:ext cx="1773936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Vercel, Netlify, internal sandbox, demo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2542032"/>
            <a:ext cx="2011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9488" y="1874519"/>
            <a:ext cx="2029968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9488" y="1874519"/>
            <a:ext cx="2029968" cy="7315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157984"/>
            <a:ext cx="177393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Commercial next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697480"/>
            <a:ext cx="1773936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POC package, data access, owners, success metric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92040"/>
            <a:ext cx="11094415" cy="54864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65192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The sales value sits in the workflow/spec/design layer. That is where the buyer decides whether the proposed AI feels real for their business.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Direct Agent vs MagicPath-Assisted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the right workflow for the right kind of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297180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27632"/>
            <a:ext cx="282549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572768"/>
            <a:ext cx="347472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627632"/>
            <a:ext cx="332841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Use Claude Code/Codex directly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572768"/>
            <a:ext cx="379476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1627632"/>
            <a:ext cx="36484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Use MagicPath +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29968"/>
            <a:ext cx="297180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084832"/>
            <a:ext cx="28254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Requirement clarity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029968"/>
            <a:ext cx="347472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084832"/>
            <a:ext cx="332841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Clear written spec exists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029968"/>
            <a:ext cx="379476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084832"/>
            <a:ext cx="3648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Workflow needs visual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706624"/>
            <a:ext cx="28254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Buyer involvement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2651760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706624"/>
            <a:ext cx="332841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Low; internal build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651760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2706624"/>
            <a:ext cx="3648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High; buyer must see their 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73552"/>
            <a:ext cx="297180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328416"/>
            <a:ext cx="28254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UI specificity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273552"/>
            <a:ext cx="347472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328416"/>
            <a:ext cx="332841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Generic/functional is enough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3273552"/>
            <a:ext cx="379476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2" y="3328416"/>
            <a:ext cx="3648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Industry-specific UI matters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95344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950208"/>
            <a:ext cx="28254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Iteration mode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95344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6472" y="3950208"/>
            <a:ext cx="332841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Prompt/code/test 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3895344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950208"/>
            <a:ext cx="3648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Canvas + agent build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17136"/>
            <a:ext cx="297180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2000"/>
            <a:ext cx="28254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Best output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4517136"/>
            <a:ext cx="347472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4572000"/>
            <a:ext cx="332841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Working 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4517136"/>
            <a:ext cx="379476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25512" y="4572000"/>
            <a:ext cx="3648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Sales-ready prototype + POC scope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138928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193792"/>
            <a:ext cx="28254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When to avoid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513892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6472" y="5193792"/>
            <a:ext cx="332841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When design ambiguity is 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5138928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25512" y="5193792"/>
            <a:ext cx="3648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When backend logic is the real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Real Job MagicPath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It is a visual alignment layer, not a replacement for the build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55064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Visual requirements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4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Align sales, pre-sales, design, buyer language, screens, states, and integrations before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05456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32888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9631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Demo storyboard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96312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Define the buyer journey: dashboard → exception → decision → approval → next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4670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74136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3375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Agent-readable design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37560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Give Claude Code/Codex a concrete visual target instead of a long ambiguous prompt.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879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1538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7880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Prospect-specific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7880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Make the demo feel like the buyer's workflow, not a generic AI SaaS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5663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02005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Iteration surface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02005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Change the canvas when the buyer asks for approval, audit trail, role change, or system detail.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Adoption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 not force MagicPath into every agent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25780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2578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Use MagicPath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58568"/>
            <a:ext cx="4928616" cy="2587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- Demo is visual and workflow-heavy
- Buyer-specific relevance matters
- Multiple stakeholders need to align
- Prospect asks 'show me our workflow'
- UI polish affects credibility
- POC scope is still ambiguous
- Sales needs a repeatable demo artifact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5780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2578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1051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Skip MagicPath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58568"/>
            <a:ext cx="4928616" cy="2587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- Clear written spec already exists
- Work is backend-heavy
- Internal tool does not need visual polish
- Harness already handles screenshots, design context, and iterations
- Buyer does not need a clickable workflow
- Time is better spent integrating real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1094415" cy="50292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05272"/>
            <a:ext cx="105156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0C9A7"/>
                </a:solidFill>
                <a:latin typeface="Calibri"/>
              </a:rPr>
              <a:t>The practical rule: use MagicPath when the sales risk is unclear workflow fit. Use agents directly when the engineering task is already 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Sales And Pre-Sales Should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tool is only useful if it changes deal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257800" cy="1234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2578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Faster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50008"/>
            <a:ext cx="4928616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Move from generic demo to prospect-specific workflow while momentum is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257800" cy="1234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2578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90195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Better qualification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50008"/>
            <a:ext cx="4928616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The prototype exposes missing data, integration risk, role confusion, and buying objections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257800" cy="1234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52578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54787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Cleaner POC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95928"/>
            <a:ext cx="4928616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Buyer feedback becomes backlog, success metric, data request, and implementation boundary.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83280"/>
            <a:ext cx="5257800" cy="1234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383280"/>
            <a:ext cx="525780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54787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Higher executive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995928"/>
            <a:ext cx="4928616" cy="484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Leaders see the operating model, controls, and ROI path instead of abstract AI capability.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13832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Sales should not sell MagicPath. Sales should use MagicPath to make the prospect's desired future workflow visible.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It Addresses The Six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Same pattern, different buyer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Alert → asset context → SAP work order
Downtime or scrap workflow feels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64208"/>
            <a:ext cx="342900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64208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2276856"/>
            <a:ext cx="3099816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Upload → clause risk → partner approval
Trust barrier drops through 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664208"/>
            <a:ext cx="342900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0" y="2276856"/>
            <a:ext cx="3099816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Patient mobile intake → staff verification
ROI is visible through time saved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38727"/>
            <a:ext cx="342900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38727"/>
            <a:ext cx="342900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03319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Financial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51375"/>
            <a:ext cx="3099816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Document extraction → checklist → sign-off
Regulatory fear reduced by source traceability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538727"/>
            <a:ext cx="342900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538727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1" y="3703319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1" y="4151375"/>
            <a:ext cx="3099816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Site map → violation → morning report
Weekly reporting becomes daily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8" y="3538727"/>
            <a:ext cx="342900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8" y="3538727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0" y="3703319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AI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0" y="4151375"/>
            <a:ext cx="3099816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Assessment → ranked use cases → ROI cards
Vague AI interest becomes funded roadmap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59552"/>
            <a:ext cx="11094415" cy="566928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327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0C9A7"/>
                </a:solidFill>
                <a:latin typeface="Calibri"/>
              </a:rPr>
              <a:t>The common move: turn the prospect's business scenario into a clickable decision workflow, then convert that workflow into POC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1: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Buyer: VP Manufacturing, Plant VP, VP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using agents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Claude Code/Codex can build a dashboard if given a clear spec, but may default to generic charts and synthetic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What MagicPath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Creates plant-specific visual language: lines, assets, OEE, severity, maintenance status, SAP PM placeholder.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15468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Buyer-visible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76856"/>
            <a:ext cx="282549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Buyer clicks a high-severity asset alert and sees root cause, downtime risk, and create-work-order 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POC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94415" cy="65836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105156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Ask for historian sample, asset taxonomy, downtime/scrap metric, SAP PM/QM owner, and one line/station for POC.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Sales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Do not claim live SAP integration in the demo unless it exists. Label it as integration placeholder and scope it as POC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2: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Buyer: Managing Partner, Legal Ops, GC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using agents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Agents can build a contract analyzer UI, but legal buyers need workflow trust, auditability, and human approval modeled visually.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What MagicPath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Defines the review journey: upload, highlighted clause, risk rationale, confidence, precedent/citation placeholder, partner approval.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15468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Buyer-visible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76856"/>
            <a:ext cx="282549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Buyer sees a risky clause flagged and routes it to a partner instead of accepting AI output blindly.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POC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94415" cy="65836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105156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Ask for document types, clause playbook, review authority matrix, risk taxonomy, and pilot template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Sales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Never position AI as autonomous legal judgment. The demo should show AI assistance, source/rationale, and human override.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3: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Buyer: Practice Manager, COO, Front Desk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using agents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Agents can build a form and dashboard, but may miss the operational handoff between patient, staff, insurance, and EHR.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What MagicPath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Creates a dual-view workflow: patient mobile intake plus staff queue with verification, exception, and EHR sync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15468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Buyer-visible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76856"/>
            <a:ext cx="282549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Buyer submits intake on mobile and immediately sees the record in the staff queue with status badges.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POC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94415" cy="65836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105156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Ask for intake steps, top exception reasons, insurance workflow, EHR constraints, HIPAA/security path, and baseline intake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Sales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Do not imply production HIPAA readiness from a prototype. Use it to scope compliance, hosting, audit, and integration requirements.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4: Financial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Buyer: VP Mortgage Ops, Underwriting,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using agents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Agents can build document extraction screens, but finance buyers need traceability, controls, and exception handling before they trust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342900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What MagicPath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Shapes the workspace around source documents, extracted fields, confidence, page references, checklist status, and adjudicator sign-off.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15468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Buyer-visible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76856"/>
            <a:ext cx="282549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Buyer clicks an extracted income field and sees the source document location before approving the checklist.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POC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94415" cy="65836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105156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Ask for sample package, LOS system, underwriting checklist, exception taxonomy, compliance constraints, and target cycle-time metric.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Sales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Frame as AI-assisted review. The underwriter remains accountable; the prototype demonstrates review compression, not automatic approval.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5: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Buyer: Project Director, Safety Lead, Operations Director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using agents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Agents can build a map or report UI, but may miss how field teams consume site risk, progress, assignments, and morning reporting.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What MagicPath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Creates a command center: portfolio map, site drilldown, visual exception, owner assignment, and generated morning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15468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Buyer-visible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76856"/>
            <a:ext cx="282549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Buyer opens a site, sees a safety/progress issue, assigns it, and reviews an auto-generated daily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POC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94415" cy="65836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105156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Ask for active site list, reporting cadence, image/drone source, safety categories, trade schedule, and superintendent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Sales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Avoid implying real computer vision accuracy without data. Use visual detections as storyboard placeholders for a POC validation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Scenario 6: AI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Buyer: CTO, COO, Transformation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If using agents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Agents can generate a questionnaire or dashboard, but the value is in turning vague AI ambition into prioritized initiatives.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What MagicPath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309981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Creates an executive portal: intake wizard, maturity radar, ranked use cases, ROI bands, timeline, and next-step CTA.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154680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Buyer-visible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76856"/>
            <a:ext cx="2825496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Buyer answers questions and sees three ranked projects with payback logic and implementation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POC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94415" cy="65836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105156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Ask for strategic priorities, data maturity, systems, team capability, risk tolerance, and executive sponsor for first use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5B6B7C"/>
                </a:solidFill>
                <a:latin typeface="Calibri"/>
              </a:rPr>
              <a:t>Sales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Do not make ROI look falsely precise. Use ranges, assumptions, and confidence levels; convert interest into paid discovery.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Convert Prototype Feedback Into POC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MagicPath is valuable when it changes what happens after the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3677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Buyer asks for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3677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Capture as canvas update or backlog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3230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9736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231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Buyer questions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23160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Convert into data access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1868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09544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Buyer asks about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09544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Convert into integration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0507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3250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99592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Buyer worries about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99592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Add approval, audit, and exception states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91456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18888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8231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Buyer asks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782312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Define baseline metric and success 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94415" cy="50292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696712"/>
            <a:ext cx="105156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The prototype is not the destination. It is a structured way to turn buyer reactions into POC design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Pre-Sales Adoption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sales teams should actually use the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Before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76856"/>
            <a:ext cx="3099816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Prepare vertical prompt library and example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64208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64208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During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2276856"/>
            <a:ext cx="3099816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Listen for roles, systems, approvals, metrics, and exceptions.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664208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664208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0" y="1828800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After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0" y="2276856"/>
            <a:ext cx="3099816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 MagicPath canvas from brief; hand off to agent for prototype.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38727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38727"/>
            <a:ext cx="342900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03319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Before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51375"/>
            <a:ext cx="3099816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QA assumptions, labels, integration placeholders, and talk track.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538727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538727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1" y="3703319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During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1" y="4151375"/>
            <a:ext cx="3099816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Let buyer interact; capture changes live.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8" y="3538727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8" y="3538727"/>
            <a:ext cx="34290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0" y="3703319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After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0" y="4151375"/>
            <a:ext cx="3099816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Send POC scope: data, systems, owners, success metric, timeline.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Who Does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Adoption fails if everyone thinks someone else owns the demo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5506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5A6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1848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Account Executive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1848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Owns buyer problem, commercial urgency, stakeholder map, and next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5059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7802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41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Solution Consultant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4144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Translates discovery into workflow, demo story, controls, and POC assumptions.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735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0098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6440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MagicPath 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6440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Builds visual canvas, imports context, applies design system, refines screens.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651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9B82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08736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Agent Harness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8736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Uses Claude Code/Codex/Cursor to build clickable app from canvas/spec.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1947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91032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Delivery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910328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Validates POC feasibility, integration effort, compliance, and rollout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Demo Quality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makes a MagicPath-assisted demo credible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9344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91056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Uses buyer's industry language and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219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31136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21284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Shows at least one exception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437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83464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Includes human approval where risk is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655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56432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Labels mock data and placeholder integrations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873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2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078224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Links every screen to a POC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18304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700016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Has a 90-second story before product tour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309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40096"/>
            <a:ext cx="256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32180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Makes next step obvious: data, system, owner, metric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97880"/>
            <a:ext cx="11094415" cy="384048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71032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0C9A7"/>
                </a:solidFill>
                <a:latin typeface="Calibri"/>
              </a:rPr>
              <a:t>If the prototype cannot answer 'what would this look like for us?', it is just another generic demo.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Commercial 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MagicPath to make the next purchase smaller and easier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257800" cy="129844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2578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Discovery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58568"/>
            <a:ext cx="4928616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$10K-$25K
Validate workflow, data availability, and business 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57800" cy="129844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2578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1051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Focused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58568"/>
            <a:ext cx="4928616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$40K-$75K
One workflow, one dataset, one success metric, one decision owner.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5257800" cy="129844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52578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50215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Production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50208"/>
            <a:ext cx="4928616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$100K-$250K
Security, integration, user testing, deployment, adoption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7560"/>
            <a:ext cx="5257800" cy="129844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337560"/>
            <a:ext cx="525780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50215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Managed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950208"/>
            <a:ext cx="4928616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$3K-$10K/mo
Monitoring, iteration, retraining, reporting, and enablement.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094415" cy="56692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6811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MagicPath helps sell the POC by making scope concrete; it does not remove the need to validate data, security, integration, and adoption.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To Measure Whether MagicPath Is Worth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Adopt it only if it improves sales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2578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6479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Discovery-to-demo elapsed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4928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0" i="0">
                <a:solidFill>
                  <a:srgbClr val="1B2B3C"/>
                </a:solidFill>
                <a:latin typeface="Calibri"/>
              </a:rPr>
              <a:t>Can we produce a tailored prototype faster?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2578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64792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Demo-to-POC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12848"/>
            <a:ext cx="4928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0" i="0">
                <a:solidFill>
                  <a:srgbClr val="1B2B3C"/>
                </a:solidFill>
                <a:latin typeface="Calibri"/>
              </a:rPr>
              <a:t>Does the clickable workflow increase next-step commitment?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98648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98648"/>
            <a:ext cx="52578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063240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Solution architect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11296"/>
            <a:ext cx="4928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0" i="0">
                <a:solidFill>
                  <a:srgbClr val="1B2B3C"/>
                </a:solidFill>
                <a:latin typeface="Calibri"/>
              </a:rPr>
              <a:t>Does it reduce expensive custom demo effort?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98648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98648"/>
            <a:ext cx="525780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063240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POC scope clarity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511296"/>
            <a:ext cx="4928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0" i="0">
                <a:solidFill>
                  <a:srgbClr val="1B2B3C"/>
                </a:solidFill>
                <a:latin typeface="Calibri"/>
              </a:rPr>
              <a:t>Are data/system/owner/success metric clearer after demo?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97096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97096"/>
            <a:ext cx="52578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61688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Stakeholder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09744"/>
            <a:ext cx="4928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0" i="0">
                <a:solidFill>
                  <a:srgbClr val="1B2B3C"/>
                </a:solidFill>
                <a:latin typeface="Calibri"/>
              </a:rPr>
              <a:t>Does the demo get forwarded to more decision makers?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197096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197096"/>
            <a:ext cx="525780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361688"/>
            <a:ext cx="49286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Win/loss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809744"/>
            <a:ext cx="4928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0" i="0">
                <a:solidFill>
                  <a:srgbClr val="1B2B3C"/>
                </a:solidFill>
                <a:latin typeface="Calibri"/>
              </a:rPr>
              <a:t>Do buyers cite relevance and workflow fit?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Risks And 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MagicPath can hurt more than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5A6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3677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Pretty but fake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3677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Prototype looks good but cannot connect to real systems or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5A6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5973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Over-automation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5973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Sales implies AI will decide in legal, healthcare, finance, or safety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927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5A6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8269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No POC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8269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Demo ends with applause but no data request, owner, metric, or timeline.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4223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5A6B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0565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Tool-first selling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0565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Sales pitches MagicPath instead of the buyer's workflow and business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65192"/>
            <a:ext cx="38404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5A6B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92861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70" b="1" i="0">
                <a:solidFill>
                  <a:srgbClr val="0A1628"/>
                </a:solidFill>
                <a:latin typeface="Calibri"/>
              </a:rPr>
              <a:t>Harness duplication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928616"/>
            <a:ext cx="6995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Team adds MagicPath even when agent harness already solves visual context well.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Recommended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Adopt selectively as a pre-sales workflow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713232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105156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FFFF"/>
                </a:solidFill>
                <a:latin typeface="Calibri"/>
              </a:rPr>
              <a:t>Use MagicPath only where the sales risk is unclear workflow fit, buyer-specific visualization, or slow custom demo creation.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429000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34290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53512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Do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01568"/>
            <a:ext cx="309981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Pilot it on 3 live opportunities across different verticals; measure demo speed, buyer engagement, and POC conversion.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788920"/>
            <a:ext cx="3429000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788920"/>
            <a:ext cx="342900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953512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Do not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01568"/>
            <a:ext cx="309981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Do not mandate it for every agent project or backend-heavy build. That will create process drag.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788920"/>
            <a:ext cx="3154680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2788920"/>
            <a:ext cx="3154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953512"/>
            <a:ext cx="282549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Decision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01568"/>
            <a:ext cx="282549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it if it improves conversion or reduces solution effort. Drop it if direct agents perform equally well.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3520"/>
            <a:ext cx="11094415" cy="566928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7667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The winning motion is not MagicPath vs agents. It is MagicPath before agents when humans need to agree on what the agent should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Sources And Deck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Evidence base and QA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MagicPath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08760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009B82"/>
                </a:solidFill>
                <a:latin typeface="Calibri"/>
              </a:rPr>
              <a:t>https://www.magicpath.ai/documentation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4069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Shared canvas, external agents, code export, Figma and product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MagicPath external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21992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009B82"/>
                </a:solidFill>
                <a:latin typeface="Calibri"/>
              </a:rPr>
              <a:t>https://www.magicpath.ai/documentation/features/external-agents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221992"/>
            <a:ext cx="4069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Claude Code, Codex, Cursor, and external agent positioning.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35224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MagicPath Figma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009B82"/>
                </a:solidFill>
                <a:latin typeface="Calibri"/>
              </a:rPr>
              <a:t>https://www.magicpath.ai/documentation/features/figma-connect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935224"/>
            <a:ext cx="4069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Figma-to-MagicPath workflow for existing design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Anthropic Claude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4845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009B82"/>
                </a:solidFill>
                <a:latin typeface="Calibri"/>
              </a:rPr>
              <a:t>https://www.anthropic.com/news/claude-design-anthropic-labs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48456"/>
            <a:ext cx="4069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Comparable Claude-native design-to-Claude-Code handoff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61688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Claude Design Help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61688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009B82"/>
                </a:solidFill>
                <a:latin typeface="Calibri"/>
              </a:rPr>
              <a:t>https://support.claude.com/en/articles/14604416-get-started-with-claude-design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361688"/>
            <a:ext cx="4069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Claude Design capabilities and handoff to Claude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79008"/>
            <a:ext cx="11094415" cy="38404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0A1628"/>
                </a:solidFill>
                <a:latin typeface="Calibri"/>
              </a:rPr>
              <a:t>Deck status: reviewed after PPTX structural validation and preview-render text overflow QA.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MagicPath Adoption Brief · Pre-Sales Demo Acceleration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