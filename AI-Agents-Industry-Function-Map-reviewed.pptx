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MARKET MAP · BEST-OF-BREED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AI Agents Across Functions
&amp; Key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Where the leaders cluster (incumbents, AI-natives, niche specialists) — and where the mid-market grid is empty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834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4 industries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9834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0749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7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9834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0749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F7F1"/>
                </a:solidFill>
                <a:latin typeface="Calibri"/>
              </a:rPr>
              <a:t>Firecrawl-extracted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Best-Of-Breed Exists — But Only For The Flagship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industry's core workflow is crowded; the cross-functional cells are largely empty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94415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3721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VERDICT: The market builds the obvious use case, not the whole function set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industry has a funded leader for its flagship workflow (Health: Abridge/Cohere · Legal: Harvey · FinServ: ComplyAdvantage · Mfg: C3 AI). But the adjacent functions a real company also runs — finance, procurement, GRC, modernization — sit empty for the mid-market. That grid is the opportunity.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HOT — the flagship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Health RCM/scribe, Legal research, FinServ AML, Mfg predictive-maintenance.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Funded specialists. Wire them in; don't rebuild.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218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WARM — adjacent + horizontal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810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Finance, doc-AI, compliance bleed across industries (Ramp, Nominal, Rossum, Norm Ai).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Contestable with delivery +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74320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2743200"/>
            <a:ext cx="3240938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7796" y="2798064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OPEN — the empty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3337560"/>
            <a:ext cx="2911754" cy="1691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Legal back-office, Healthcare procurement &amp; modernization, cross-industry GRC.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No mid-market leader. Your land plays.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49240"/>
            <a:ext cx="11094415" cy="56692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589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THE ASK:  Sell the row, not the cell — land one flagship agent, then own the adjacent OPEN functions no specialist serves for the mid-market.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Market Map — Industry ×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Cell = best-of-breed today; color = how contested for the mid-market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1408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Cust / Member
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1643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1643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Finance &amp;
Close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1878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1878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Procure /
Supply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2113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2113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Compliance
/ GRC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2349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349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Document
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22584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2584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Core Domain
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2819" y="1828800"/>
            <a:ext cx="1323659" cy="56692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2819" y="1883664"/>
            <a:ext cx="1323659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Eng /
Modernize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395728"/>
            <a:ext cx="1536192" cy="841247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2450592"/>
            <a:ext cx="1426464" cy="731519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Mfg &amp;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395728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21408" y="2395728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7127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Sierra·Decagon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1643" y="2395728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81643" y="2395728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7363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Ramp·Nominal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1878" y="2395728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1878" y="2395728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7598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Blue Yonder·o9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2113" y="2395728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2113" y="2395728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7833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sparse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2349" y="2395728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62349" y="2395728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8069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Nanonets·Rossum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22584" y="2395728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22584" y="2395728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8304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C3 AI·Augury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82819" y="2395728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82819" y="2395728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28539" y="2505456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Mech. Orchard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273552"/>
            <a:ext cx="1536192" cy="841247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3" y="3328416"/>
            <a:ext cx="1426464" cy="731519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Financial Services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21408" y="3273552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21408" y="3273552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7127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Decagon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81643" y="3273552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81643" y="3273552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7363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Nominal·Ledge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1878" y="3273552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41878" y="3273552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87598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02113" y="3273552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02113" y="3273552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7833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ComplyAdv.·Verafin·Norm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62349" y="3273552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62349" y="3273552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8069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Rossum·Extend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2584" y="3273552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22584" y="3273552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8304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WorkFusion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82819" y="3273552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82819" y="3273552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28539" y="3383280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MO·Patched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151376"/>
            <a:ext cx="1536192" cy="841247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3503" y="4206240"/>
            <a:ext cx="1426464" cy="731519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21408" y="4151376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21408" y="4151376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67127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Hippocratic AI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81643" y="4151376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81643" y="4151376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7363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Taxo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41878" y="4151376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41878" y="4151376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87598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02113" y="4151376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02113" y="4151376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47833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sparse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62349" y="4151376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62349" y="4151376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08069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Nanonets Health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2584" y="4151376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22584" y="4151376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68304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Abridge·Cohere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282819" y="4151376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282819" y="4151376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328539" y="4261104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5029200"/>
            <a:ext cx="1536192" cy="841247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3" y="5084064"/>
            <a:ext cx="1426464" cy="731519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21408" y="5029200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121408" y="5029200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67127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481643" y="5029200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481643" y="5029200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27363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41878" y="5029200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841878" y="5029200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87598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02113" y="5029200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02113" y="5029200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47833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Norm Ai·Focal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62349" y="5029200"/>
            <a:ext cx="1323659" cy="841247"/>
          </a:xfrm>
          <a:prstGeom prst="rect">
            <a:avLst/>
          </a:prstGeom>
          <a:solidFill>
            <a:srgbClr val="FC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62349" y="5029200"/>
            <a:ext cx="1323659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08069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Evisort·Eigen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2584" y="5029200"/>
            <a:ext cx="1323659" cy="841247"/>
          </a:xfrm>
          <a:prstGeom prst="rect">
            <a:avLst/>
          </a:prstGeom>
          <a:solidFill>
            <a:srgbClr val="FB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922584" y="5029200"/>
            <a:ext cx="1323659" cy="640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68304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1" i="0">
                <a:solidFill>
                  <a:srgbClr val="0A1628"/>
                </a:solidFill>
                <a:latin typeface="Calibri"/>
              </a:rPr>
              <a:t>Harvey·CoCounsel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82819" y="5029200"/>
            <a:ext cx="1323659" cy="841247"/>
          </a:xfrm>
          <a:prstGeom prst="rect">
            <a:avLst/>
          </a:prstGeom>
          <a:solidFill>
            <a:srgbClr val="D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282819" y="5029200"/>
            <a:ext cx="1323659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328539" y="5138928"/>
            <a:ext cx="1232219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8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48640" y="5980176"/>
            <a:ext cx="274320" cy="201168"/>
          </a:xfrm>
          <a:prstGeom prst="roundRect">
            <a:avLst>
              <a:gd name="adj" fmla="val 1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14400" y="59618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HOT — crowded flagship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206240" y="5980176"/>
            <a:ext cx="274320" cy="201168"/>
          </a:xfrm>
          <a:prstGeom prst="roundRect">
            <a:avLst>
              <a:gd name="adj" fmla="val 1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72000" y="59618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WARM — contested / horizontal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863840" y="5980176"/>
            <a:ext cx="274320" cy="201168"/>
          </a:xfrm>
          <a:prstGeom prst="roundRect">
            <a:avLst>
              <a:gd name="adj" fmla="val 1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29600" y="596188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OPEN — empty for mid-market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Manufacturing &amp;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Function · leading companies · contest · DataStaqAI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FUNCTION /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64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BEST-OF-BREED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64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647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DATASTAQAI 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75688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Predictive maint. /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5856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C3 AI · Augury · Uptake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31136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585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Deploy + tune on existing sensor/MES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34056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169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Supply chain / procurement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1693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Blue Yonder · o9 · Lighthouz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889504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169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Wire intake-to-pay over the ERP; own approvals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753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Finance &amp;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7530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Ramp · Nominal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47872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844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753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AP + reconciliation agent into the ERP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1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336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Document AI (specs/POs)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33672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Nanonets · Rossum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206240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2428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Rescue failed OCR; structured extraction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Compliance / GRC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89204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sparse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864608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9011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Audit-ready evidence — no mid-market leader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67527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5040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Legacy modernization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5550407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Mechanical Orchard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5522975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555955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550407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MO is Global-2000-only → mid-market is yours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Financial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Function · leading companies · contest · DataStaqAI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FUNCTION /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64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BEST-OF-BREED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64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647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DATASTAQAI 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75688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Fraud / AML /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5856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ComplyAdvantage · Verafin · WorkFusion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31136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585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Deploy + tune on existing case mgmt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34056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169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Regulatory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1693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Norm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889504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169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Law-as-agent into the workflow; own guardrails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753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Finance close / reconcile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7530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Nominal · Ledge · Peakflo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47872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844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753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Reconciliation agent; ERP stays 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1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336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Document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33672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Rossum · Extend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206240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2428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Statements/contracts extraction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Customer 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89204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Decagon · Parahelp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864608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9011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Resolution agent on the helpdesk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67527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5040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Procurement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5550407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5522975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555955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550407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Intake-to-pay — open for mid-market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Healthcare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Function · leading companies · contest · DataStaqAI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FUNCTION /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64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BEST-OF-BREED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64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647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DATASTAQAI 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75688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RCM / billing /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5856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Abridge · Waystar · Taxo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31136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585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Wire billing agent; rescue denials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34056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169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Prior authorization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1693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Cohere Health · Innovaccer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889504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169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Deploy auth agent on payer/provider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753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Patient / member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7530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Hippocratic AI · Commure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47872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844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753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Integrate voice agent; keep EHR 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1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336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Clinical 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33672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Suki · Nuance DAX · Freed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206240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2428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Mature — attach, don't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Procurement / supply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89204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864608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9011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Med-supply intake — no agent leader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67527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5040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Compliance / modernize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5550407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sparse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5522975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555955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550407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Governance + legacy modernization 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Function · leading companies · contest · DataStaqAI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FUNCTION / USE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64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BEST-OF-BREED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6479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76479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DATASTAQAI PLAY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75688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Research + drafting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58568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Harvey · CoCounsel · Spellbook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231136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2677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585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Mid-firm-priced, citator-verified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34056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169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Contract review / CLM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1693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Evisort · Icertis · LegalOn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889504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91693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Wire review agent; own the redline 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753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Regulatory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75304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Norm Ai · Focal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47872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844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7530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Compliance ops for legal teams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50791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2336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Document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33672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Eigen · Evisort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206240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24281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2336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Clause/entity extraction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709160"/>
            <a:ext cx="11094415" cy="65836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Finance &amp; back-office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89204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4864608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9011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920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Firm ops/billing — no agent leader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67527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5040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Onboarding / IT 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5550407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— none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5522975"/>
            <a:ext cx="1005840" cy="329184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555955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550407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Cross-functional orchestration 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Pattern: Hot Diagonals, Open Cross-Cells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Specialists win the flagship cell. No one owns the row.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Across all four industries the funded leader sits on the single obvious workflow. The adjacent functions a mid-market company also runs — finance, procurement, GRC, onboarding, modernization — have no done-for-you leader. DataStaqAI wires the flagship agent in and owns the rest of the 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067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Land the flagship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One funded specialist per industry — partner / wire it in, never out-build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301752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301752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1098" y="306324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4018" y="309067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Own the OPEN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370332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Legal back-office, Healthcare procurement &amp; modernization, cross-industry GRC: no mid-market rival.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3017520"/>
            <a:ext cx="3240938" cy="237744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301752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0676" y="306324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3596" y="3090672"/>
            <a:ext cx="25094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Compound across the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3703320"/>
            <a:ext cx="2875178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0F7F1"/>
                </a:solidFill>
                <a:latin typeface="Calibri"/>
              </a:rPr>
              <a:t>Each added function reuses the library — NRR expansion the specialists can't match.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DataStaqAI Plays First — Ranked By Openness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Lead in the empty cells; attach where specialists are mature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4114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755648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OPENNESS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7556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Legal back-office +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4942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28600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677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No agent leader; Harvey owns only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077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Healthcare procurement + modernization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88950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0779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Flagship cells crowded; the rest untouched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4787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Cross-industry GRC / audit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352958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56616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478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Norm Ai enterprise-first; mid-market open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8795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Mid-market legacy modernization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416966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420624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1879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Mechanical Orchard is Global-2000-only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11094415" cy="64008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1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Finance close / reconciliation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80974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484632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2803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Nominal/Ledge are tools; you own delivery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681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Industry flagship (RCM, AML, research)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5449824"/>
            <a:ext cx="1097280" cy="347472"/>
          </a:xfrm>
          <a:prstGeom prst="roundRect">
            <a:avLst>
              <a:gd name="adj" fmla="val 22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0" y="548640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4681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Partner + wire in; never out-build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 — Read Before Citing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was built and what it does not yet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92224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Firecrawl Printing Press CLI (firecrawl-pp-cli) search + scrape across each industry × function; GBrain recall for prior dossiers (Harvey, Cognition). Functions from your deck.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633472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688336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All named companies are real and appeared in live results (incumbents, AI-natives, niche specialists). Mix of YC and non-YC by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Contest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529584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584448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HOT/WARM/OPEN are judgment scored from coverage density, not a measured metric. “OPEN / — none” = no leader surfaced in this scan, not proof of a globally empty cell.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25696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59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Numbers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425696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4480559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Funding/valuation figures (e.g. Hippocratic $3.5B, Norm Ai $48M) are from press results, not audited. No per-cell revenue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21808"/>
            <a:ext cx="2103120" cy="78638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76672"/>
            <a:ext cx="18288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Next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5321808"/>
            <a:ext cx="8851392" cy="786384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5376672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Deep-scrape the OPEN-cell incumbents to confirm absence; pull pricing per leader; size each OPEN cell; build the counter-positioning play per industry.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Best-of-Breed AI Agents × Industry × Function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