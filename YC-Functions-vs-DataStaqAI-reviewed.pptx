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COMPETITIVE INTEL · FUNCTION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Recent YC Agents, Mapped to
Your Business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Which 2024–2026 YC companies have entered each use case — and which of your functions no one has touched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11 functions mapped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3 lanes uncontested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Firecrawl live scrape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Real Story: Where YC Isn't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YC heat concentrates in 3 functions; 3 of your functions have no recent entrant at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VERDICT: Compete on function coverage, not company-by-company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Recent YC agents cluster in Customer Ops, Finance and Engineering. Sales, Procurement, Security, Analytics and GRC are contested but thin. HR, Legal and Operations have no recent YC entrant — those are your cleanest done-for-you lanes.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HOT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Customer Ops, Finance, Engineering.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Multiple funded YC agents each — win on breadth + done-for-you, not a feature bake-off.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5 WARM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Sales, Procurement, Security, Analytics, GRC.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1–2 YC entrants each; mostly self-serve products. Contestable with delivery +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OPEN LANES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HR, Legal, Operations.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Zero recent YC entrants in the scan. Highest-margin, lowest-competition land plays for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589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THE ASK:  Lead pursuits in the OPEN lanes (HR, Legal, Ops) and the HOT lane where YC just thinned (Engineering, post-Emergent). Wire YC point agents in everywhere else.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Function × Use Case × Recent YC Entrant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Your 11 functions × the agent use case × recent YC entrants × your delivery posture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2763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2763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RECENT YC ENTRANTS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62763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6276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CONTEST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38528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2996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Customer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29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Tier-1 ticket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299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Parahelp · RowBoat · Phonely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299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002536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02082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40864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230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43230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AP keying / close / 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4323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Fazeshift · Dimely · Arva · FurtherAI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3230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2404872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4231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43200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8346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834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Modernization + code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8346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MagiCode · Benchify · Patched*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BUILD / 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807208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82549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45536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369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23697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SDR + conversational quoting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23697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AI Sell · Mica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23697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87000" y="3209544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22783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547872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6393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Procurement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63931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Intake-to-pay orchestration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6393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Pulse AI · Lighthouz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63931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87000" y="3611879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87000" y="363016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950208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416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40416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Alert triage / AppSec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40416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ZeroPath · Asterisk · Unbound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0416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DEPLOY / TUNE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87000" y="4014216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87000" y="403250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352544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443983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4443983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Text-to-SQL over semantic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4439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Zeit AI · Undermind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4443983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 / BUILD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87000" y="4416552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0" y="443484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754880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846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GRC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40" y="48463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Audit-ready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4846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Focal · Saturn · Praxos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48463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87000" y="4818888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87000" y="483717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157216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24865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7440" y="52486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Zero-touch onboarding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52486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— none in scan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8240" y="524865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87000" y="5221224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87000" y="523951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5559552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565099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7440" y="56509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Citator-verified research + draft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0" y="565099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— none in scan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78240" y="5650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287000" y="5623560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87000" y="564184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5961888"/>
            <a:ext cx="11094415" cy="40233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053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Operations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77440" y="60533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ITSM / predictive maintenance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0" y="6053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— none in scan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78240" y="60533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DEPLOY / KEEP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87000" y="6025896"/>
            <a:ext cx="1188720" cy="274320"/>
          </a:xfrm>
          <a:prstGeom prst="roundRect">
            <a:avLst>
              <a:gd name="adj" fmla="val 2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87000" y="604418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3 Hot Functions — Don't Win 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funded YC agents already compete: your edge is breadth + done-for-you, not a better point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611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118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5138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5138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Customer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86584"/>
            <a:ext cx="1777898" cy="2843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tier-1 ticket resolution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YC: Parahelp (CX agent + self-building Internal Agent), RowBoat, Phonely (voice)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Also: Sierra, Decagon (enterprise AI-native)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E05A6B"/>
                </a:solidFill>
                <a:latin typeface="Calibri"/>
              </a:rPr>
              <a:t>GAP: Parahelp productizes the integration you sell; counter with mid-market + multi-channel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783080"/>
            <a:ext cx="3240938" cy="3611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783080"/>
            <a:ext cx="82296" cy="36118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4716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4716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2386584"/>
            <a:ext cx="1777898" cy="2843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AP keying, close, AR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YC: Fazeshift (AR, 50% DSO), Dimely, Arva, FurtherAI (insurance back-office)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Fazeshift leads with YOUR “no rip-and-replace, ERP stays SoR” line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E05A6B"/>
                </a:solidFill>
                <a:latin typeface="Calibri"/>
              </a:rPr>
              <a:t>GAP: they own one workflow deep; you wire AP + close + AR together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83080"/>
            <a:ext cx="3240938" cy="3611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783080"/>
            <a:ext cx="82296" cy="36118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34295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4295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3828" y="2386584"/>
            <a:ext cx="1777898" cy="2843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modernization + code review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YC: MagiCode, Benchify, Patched (code→pivoted)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Emergent left modernization for consumer apps — lane thinned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OPEN-ish: owned-code modernization for mid-market still largely uncontested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3 Open Lanes — Untouched By Recent YC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HR, Legal and Operations: highest-margin, lowest-competition land plays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2004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5138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5138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86584"/>
            <a:ext cx="1777898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zero-touch onboarding orchestration across HR↔IT↔Finance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 scan: no recent entrant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Incumbents store data but don't act (Workday, Rippling)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OPEN: orchestrate the cross-functional chain; keep the HRIS as 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783080"/>
            <a:ext cx="3240938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783080"/>
            <a:ext cx="82296" cy="32004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4716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4716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Legal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2386584"/>
            <a:ext cx="1777898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citator-verified research + drafting for mid-firms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 scan: no recent entrant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AI-native Harvey priced out 45–250-attorney firms (~$360K floor)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OPEN: mid-firm-priced research/draft agent with hallucination guardrail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83080"/>
            <a:ext cx="3240938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783080"/>
            <a:ext cx="82296" cy="32004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34295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4295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1929384"/>
            <a:ext cx="177789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3828" y="2386584"/>
            <a:ext cx="1777898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case: ITSM triage + predictive maintenance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YC scan: no recent entrant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Moveworks/Augury-scale tools too heavy for mid-market to run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OPEN: deploy + tune on the existing ITSM / sensor stack (KEEP play)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12664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Map to your deck's INTEGRATE and KEEP postures — recurring, and no funded YC agent is racing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Two Pivots That Change The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Roster lists were already stale; the function map shifts with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4247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4247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39470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Patched · Engineering → GRC/Finance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86584"/>
            <a:ext cx="3947007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WAS: enterprise code review + documentation (Engineering).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NOW: done-for-you regulated-ops agents — Fraud/Risk, Banking Customer Ops, Reconciliation.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“Work done, not workflows.” SLA ownership. 82–93% resolution, 3.4–6.1x ROI, live in 2–5 weeks.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GAP: it moved INTO your done-for-you pitch — now the closest rival, in GRC/Finance not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08615" y="19293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08615" y="195681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29384"/>
            <a:ext cx="394700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Emergent · Engineering → Consumer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386584"/>
            <a:ext cx="3947007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WAS: autonomous software migration &amp; modernization (your sharpest BUILD play).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NOW: consumer/prosumer app builder — “apps in minutes, 10M+ users.”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Lovable/Bolt competitor, not an enterprise modernizer.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OPEN: your Engineering BUILD lane just lost a would-be rival — re-check quarterly.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You Win, Where They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 win on coverage and the open lanes; they win on single-function depth and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556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755648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Function coverage (11 functions)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24942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677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You span them; every YC co is one 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0779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The 3 open lanes (HR/Legal/Ops)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88950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92608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0779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No recent YC entrant is racing 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4787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Done-for-you / outcome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52958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5661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5478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Patched matches the pitch and has 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87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Depth in a hot function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416966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20624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YC 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1879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Fazeshift / Parahelp / ZeroPath win a bake-off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1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Published proof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480974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84632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YC natives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828031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They post resolution %, ROI; yours is 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6811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Owned-code modernization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544982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54864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4681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Emergent left; rivals remain Global-2000-only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Things The YC Natives Do — Not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Close these before they harden into a moat in the hot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Publish hard outcome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Patched 82–93% resolution, 3.4–6.1x ROI · Fazeshift 50% DSO · Zeit €24M.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Yours are self-labelled illustrative.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swap one illustrative slide for a real pilot stat the moment you have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8218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218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1138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Productize the integration labor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Parahelp's “Internal Agent builds your agent in 3 days” is your delivery work as a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2810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9970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position library/MCP reuse as faster + governed + owned, not just “done for you.”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7796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7796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0716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Own one function's proof deeply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396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generalist loses a single-function bake-off in a hot lane.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2388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9548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anchor on an OPEN lane (HR/Legal/Ops) or post-Emergent modernization where no native competes.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Moves, By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2801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Your edge is the whole grid, not any one cell.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No recent YC company spans functions, serves the mid-market done-for-you, and owns the outcome at $2–5k/mo. They each hold one cell; you hold the row — plus three cells (HR, Legal, Ops) no one else has entered.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Land in the OPEN lanes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HR, Legal, Operations — no recent YC entrant. Fastest, least contested wins.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4018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Re-attack Engineering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Emergent pivoted out of modernization. Owned-code for the mid-market is wide open again.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0676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3596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Wire YC agents into HOT/WARM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Don't out-build Fazeshift/Parahelp/ZeroPath — integrate them and own delivery + governance.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 — Read Before Citing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was built and what it does not yet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92224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live scrape of company sites + Wing VC YC S24 roster + YC directory. Functions/use cases from your “Agentic Enterprise” deck.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Entrants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633472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688336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Per-function YC names are real (roster + scrape). “— none in scan” means no entrant in THIS pool, not proof the lane is globally 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Numbers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529584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584448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Metrics are the companies' own published claims, not audited. DataStaqAI figures in the source deck are self-labelled illustrative.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25696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59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425696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480559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Pool skews S24 / W25 (enterprise-agent-heavy batches). HR, Legal, Ops, Sales-quoting under-sampled — verify with a directory sweep before betting.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21808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7667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Next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321808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376672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Directory sweep of W25/X25 for HR/Legal/Ops entrants; pull funding per company for a true rank; counter-positioning vs Patched.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Recent YC Agents Mapped to Business Functions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