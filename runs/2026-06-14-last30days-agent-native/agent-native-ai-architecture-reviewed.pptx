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200" b="1" i="0">
                <a:solidFill>
                  <a:srgbClr val="FFFFFF"/>
                </a:solidFill>
                <a:latin typeface="Calibri"/>
              </a:rPr>
              <a:t>AGENT-NATIVE AI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5B6B7C"/>
                </a:solidFill>
                <a:latin typeface="Calibri"/>
              </a:rPr>
              <a:t>30-Day Community Signal  ·  Reddit · HN · GitHub  · 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1447" y="2880360"/>
            <a:ext cx="18288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154680"/>
            <a:ext cx="3108960" cy="1188720"/>
          </a:xfrm>
          <a:prstGeom prst="roundRect">
            <a:avLst>
              <a:gd name="adj" fmla="val 6000"/>
            </a:avLst>
          </a:prstGeom>
          <a:solidFill>
            <a:srgbClr val="0D3B5E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00C9A7"/>
                </a:solidFill>
                <a:latin typeface="Calibri"/>
              </a:rPr>
              <a:t>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86200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5B6B7C"/>
                </a:solidFill>
                <a:latin typeface="Calibri"/>
              </a:rPr>
              <a:t>signals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04488" y="3154680"/>
            <a:ext cx="3108960" cy="1188720"/>
          </a:xfrm>
          <a:prstGeom prst="roundRect">
            <a:avLst>
              <a:gd name="adj" fmla="val 6000"/>
            </a:avLst>
          </a:prstGeom>
          <a:solidFill>
            <a:srgbClr val="0D3B5E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4488" y="3246120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00C9A7"/>
                </a:solidFill>
                <a:latin typeface="Calibri"/>
              </a:rPr>
              <a:t>12,977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8" y="3886200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5B6B7C"/>
                </a:solidFill>
                <a:latin typeface="Calibri"/>
              </a:rPr>
              <a:t>upvotes + 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3154680"/>
            <a:ext cx="3108960" cy="1188720"/>
          </a:xfrm>
          <a:prstGeom prst="roundRect">
            <a:avLst>
              <a:gd name="adj" fmla="val 6000"/>
            </a:avLst>
          </a:prstGeom>
          <a:solidFill>
            <a:srgbClr val="0D3B5E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0336" y="3246120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00C9A7"/>
                </a:solidFill>
                <a:latin typeface="Calibri"/>
              </a:rPr>
              <a:t>3,102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0336" y="3886200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5B6B7C"/>
                </a:solidFill>
                <a:latin typeface="Calibri"/>
              </a:rPr>
              <a:t>comments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r/AI_Agents  ·  r/ClaudeAI  ·  r/LangChain  ·  HN  ·  github.com/openai/codex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Agent-Native AI Architecture  ·  Last 30 Days Signal  ·  June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1F3B6E"/>
                </a:solidFill>
                <a:latin typeface="Calibri"/>
              </a:rPr>
              <a:t>What the Data Says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77824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54 signals · safety and governance outranked capability in every top-karma thread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7621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3576218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E31837"/>
                </a:solidFill>
                <a:latin typeface="Calibri"/>
              </a:rPr>
              <a:t>1,448 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21992"/>
            <a:ext cx="35762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HN #1: AI agent bankrupted its operator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7738" y="1508760"/>
            <a:ext cx="357621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7738" y="1600200"/>
            <a:ext cx="3576218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1F3B6E"/>
                </a:solidFill>
                <a:latin typeface="Calibri"/>
              </a:rPr>
              <a:t>549 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7738" y="2221992"/>
            <a:ext cx="35762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HN #2: AI agent runs amok in Fedora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6" y="1508760"/>
            <a:ext cx="357621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6836" y="1600200"/>
            <a:ext cx="3576218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00C9A7"/>
                </a:solidFill>
                <a:latin typeface="Calibri"/>
              </a:rPr>
              <a:t>6,018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6836" y="2221992"/>
            <a:ext cx="35762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Reddit #1: Claude Fable 5 inequality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88920"/>
            <a:ext cx="11094415" cy="1280160"/>
          </a:xfrm>
          <a:prstGeom prst="roundRect">
            <a:avLst>
              <a:gd name="adj" fmla="val 6000"/>
            </a:avLst>
          </a:prstGeom>
          <a:solidFill>
            <a:srgbClr val="1F3B6E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17520"/>
            <a:ext cx="1045433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FFFFFF"/>
                </a:solidFill>
                <a:latin typeface="Calibri"/>
              </a:rPr>
              <a:t>The highest-karma threads this month are NOT about what agents can do.
They are about what agents do without asking — and who pays the price.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5196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5B6B7C"/>
                </a:solidFill>
                <a:latin typeface="Calibri"/>
              </a:rPr>
              <a:t>Permission fatigue · Runaway costs · Governance gaps — these are the practitioner topics right now.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AI Architecture  ·  Last 30 Days Signal  ·  June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1F3B6E"/>
                </a:solidFill>
                <a:latin typeface="Calibri"/>
              </a:rPr>
              <a:t>Safety is the #1 Practitioner Conversation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77824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Top HN stories by karma — not product launches, not benchmarks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55767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E31837"/>
          </a:solidFill>
          <a:ln w="12700">
            <a:solidFill>
              <a:srgbClr val="E31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72768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AI Agent Bankrupted Operator  ·  HN 1,448 pts / 528 cmt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84248"/>
            <a:ext cx="5199735" cy="1673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An agent autonomously scanning the DN42 network ran up a bill that bankrupted its operator.
Top comment: 'The agent needs to STOP and ask before doing anything irreversible or expensive.'
The community's verdict: cost ceilings and reversibility are not nice-to-haves. They are safety primitives.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508760"/>
            <a:ext cx="5455767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7287" y="1508760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5303" y="1572768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AI Agent Runs Amok  ·  HN 549 pts / 244 cmt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5303" y="1984248"/>
            <a:ext cx="5199735" cy="1673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AI agents making system-level changes in Fedora without guardrails.
Community consensus: approval dialogs are security theater — users click through everything.
What practitioners want: atomic, reversible actions with automatic rollback.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13632"/>
            <a:ext cx="5455767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913632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3977640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Continue? Y/N — Permission Fatigue  ·  HN 386 pts / 162 cmt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4389120"/>
            <a:ext cx="5199735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A 60-second game simulating agent approval dialogs went viral.
The joke landed because it is true: permission UX is a design discipline the ecosystem has ignored.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3913632"/>
            <a:ext cx="5455767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87287" y="3913632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5303" y="3977640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Stanford CS336 Agent Guidelines  ·  HN 503 pts / 153 cmt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5303" y="4389120"/>
            <a:ext cx="5199735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Stanford published CLAUDE.md for its LLM foundations course.
Signal: agent governance is now in academic curriculum — enterprise policy teams can cite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AI Architecture  ·  Last 30 Days Signal  · 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Three Platform Bets on Agent-Native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77824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76218" cy="38404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481328"/>
            <a:ext cx="332018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OpenAI Codex — Agents in the 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892808"/>
            <a:ext cx="3320186" cy="40050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GitHub issue: 'Codex App unusable slow with WSL as agent environment.'
• Opening a chat: 134 seconds
• Simple UI request: 1hr 30min
The bet: IDE is the right agent host.
The risk: Windows/WSL performance makes the agent feel broken for half the user 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7738" y="141732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07738" y="1417320"/>
            <a:ext cx="3576218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5754" y="1481328"/>
            <a:ext cx="332018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Microsoft Solara + Scout — Windows as Agent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5754" y="1892808"/>
            <a:ext cx="3320186" cy="40050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Build 2026: Windows becomes the agent execution environment.
• Solara: shared context across apps via MCP
• Scout: on-device agent that persists across sessions
• Backed by Nvidia hardware partnership
If this wins, MCP becomes the default integration layer for every enterprise app on Windows.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417320"/>
            <a:ext cx="357621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66836" y="1417320"/>
            <a:ext cx="3576218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4852" y="1481328"/>
            <a:ext cx="332018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OpenHands — Open-Source Agent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4852" y="1892808"/>
            <a:ext cx="3320186" cy="40050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Community-maintained multi-agent framework gaining GitHub traction.
• Sandboxed execution
• MCP server wiring
• Skill/microagent composition
• Headless/CLI mode for CI
The bet: open-source wins on customization. Teams prefer to own the agent loop.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Agent-Native AI Architecture  ·  Last 30 Days Signal  ·  June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1F3B6E"/>
                </a:solidFill>
                <a:latin typeface="Calibri"/>
              </a:rPr>
              <a:t>Memory Externalization: Where the Architecture Debate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77824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No dominant pattern has emerged — three camps are active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76218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3576218" cy="384048"/>
          </a:xfrm>
          <a:prstGeom prst="roundRect">
            <a:avLst>
              <a:gd name="adj" fmla="val 4000"/>
            </a:avLst>
          </a:prstGeom>
          <a:solidFill>
            <a:srgbClr val="5B6B7C"/>
          </a:solidFill>
          <a:ln w="12700">
            <a:solidFill>
              <a:srgbClr val="5B6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72768"/>
            <a:ext cx="332018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In-Model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84248"/>
            <a:ext cx="3320186" cy="18105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Model state is enough for single-session tasks.
External memory adds latency and complexity.
Start fresh each session from a well-designed context file.
Best for: small teams, notebook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508760"/>
            <a:ext cx="3576218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7738" y="1508760"/>
            <a:ext cx="3576218" cy="38404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5754" y="1572768"/>
            <a:ext cx="332018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External Memory-as-a-Service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5754" y="1984248"/>
            <a:ext cx="3320186" cy="18105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Persistent vector DB + graph store outside the model.
Enables: cross-session continuity, multi-agent shared state, personalization.
Examples: GBrain, Mem0, Zep, LangMem.
Best for: enterprise multi-session, named-account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1508760"/>
            <a:ext cx="3576218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576218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4852" y="1572768"/>
            <a:ext cx="332018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Shared Context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4852" y="1984248"/>
            <a:ext cx="3320186" cy="18105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Markdown files (CLAUDE.md, context.md) as the memory layer.
The agent reads and writes human-readable files.
No new infrastructure. Memory is also the audit trail.
Best for: Cursor users, Claude Code workflows.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69080"/>
            <a:ext cx="11094415" cy="1234440"/>
          </a:xfrm>
          <a:prstGeom prst="roundRect">
            <a:avLst>
              <a:gd name="adj" fmla="val 6000"/>
            </a:avLst>
          </a:prstGeom>
          <a:solidFill>
            <a:srgbClr val="1F3B6E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97680"/>
            <a:ext cx="1045433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Apache Burr — the first production-grade tool designed specifically for external agent state — appeared in HN discussions this month. Adoption is early. Expect consolidation in the next 6 months.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AI Architecture  ·  Last 30 Days Signal  ·  June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1F3B6E"/>
                </a:solidFill>
                <a:latin typeface="Calibri"/>
              </a:rPr>
              <a:t>Agent-Native Vocabulary Is Entering Infrastructure and Academia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77824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The language is shifting — from 'AI features' to 'agent-native apps'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55767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72768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Fable 5 Inequality  ·  r/ClaudeAI  ·  6,018 pts / 993 cmt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84248"/>
            <a:ext cx="5199735" cy="16276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Top Reddit post this period: 'Claude Fable 5 feels less like a model launch and more like a preview of AI inequality.'
Signal: access tier design for agent-native apps is already a first-class policy concern.
Who gets which agent capabilities at which price points is generating community backlash.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508760"/>
            <a:ext cx="5455767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7287" y="1508760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5303" y="1572768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Stanford CS336 — Agents in the Curriculum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5303" y="1984248"/>
            <a:ext cx="5199735" cy="16276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CS336 (Karpathy-adjacent LLM foundations course) published formal agent guidelines in CLAUDE.md format.
HN treated this as a landmark: governance is now in formal CS education.
Enterprise AI policy teams can cite Stanford CS336 when writing internal agent usage policies.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58768"/>
            <a:ext cx="5455767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858768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3922776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CoreCLR + Codex: Agent as Architecture Contributor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4334256"/>
            <a:ext cx="5199735" cy="1353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Codex ported CoreCLR to PowerPC64LE in two weeks — the agent was the architecture contributor.
Signal: agent-native workflows are appearing in core systems programming, not just web apps.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3858768"/>
            <a:ext cx="5455767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87287" y="3858768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5303" y="3922776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Vocabulary in the Wild (r/AI_Agents, r/LangChain, r/ClaudeAI)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5303" y="4334256"/>
            <a:ext cx="5199735" cy="1353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Terms now used without explanation: 'agent-native', 'MCP server', 'shared context', 'tool access parity'.
Previously Anthropic/OpenAI internal vocabulary — now in practitioner Reddit and HN daily.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AI Architecture  ·  Last 30 Days Signal  · 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5 Key Patterns from the Last 30 Days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77824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44752"/>
            <a:ext cx="5455767" cy="1389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44752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E31837"/>
          </a:solidFill>
          <a:ln w="12700">
            <a:solidFill>
              <a:srgbClr val="E31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508760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Safety / governance outranks 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20240"/>
            <a:ext cx="519973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The two highest-karma HN threads are both agent-gone-wrong stories. Build reversibility, cost ceilings, and human-in-the-loop checkpoints — not more capability.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1444752"/>
            <a:ext cx="5455767" cy="1389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7287" y="1444752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5303" y="1508760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Permission fatigue is a UX design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5303" y="1920240"/>
            <a:ext cx="519973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Approval dialogs don't work — users click through everything. The open problem: atomic + reversible actions with automatic rollback. No accepted solution yet.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80944"/>
            <a:ext cx="5455767" cy="1389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980944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044952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OS is the next agent battleground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456432"/>
            <a:ext cx="519973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Microsoft's Solara + Scout bet: Windows becomes the agent host. If they win, MCP becomes the default integration layer for every enterprise app.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287" y="2980944"/>
            <a:ext cx="5455767" cy="1389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7287" y="2980944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5303" y="3044952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Memory externalization is still unsettled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5303" y="3456432"/>
            <a:ext cx="519973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Three camps (in-model / external / shared files) are all active. Apache Burr is the first production tool but hasn't crossed the adoption threshold.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17136"/>
            <a:ext cx="11094415" cy="1389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517136"/>
            <a:ext cx="11094415" cy="38404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581144"/>
            <a:ext cx="10838383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Agent-native vocabulary is now academic — enterprise policy can cite Stanford CS336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4992624"/>
            <a:ext cx="10838383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CS336 guidelines + the Codex/CoreCLR experiment signal that 'agent-native' is entering formal CS education. This is the moment it stops being startup jargon and becomes enterprise-citeable precedent.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Agent-Native AI Architecture  ·  Last 30 Days Signal  ·  June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1F3B6E"/>
                </a:solidFill>
                <a:latin typeface="Calibri"/>
              </a:rPr>
              <a:t>What to Watch in the Next 90 Days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77824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Three strategic bets based on the community signal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76218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3576218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72768"/>
            <a:ext cx="332018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Watch: Permission UX Standards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84248"/>
            <a:ext cx="3320186" cy="3822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No accepted solution exists for agent approval UX.
Whoever ships the first widely-adopted pattern — reversible actions, cost ceilings, semantic approvals — will set the standard.
Watch for:
• Anthropic MCP spec updates
• Microsoft Solara permission model
• Any Show HN with &gt;1k stars on agent UX
Signal to catch: an agent permission library crossing 1k GitHub stars.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508760"/>
            <a:ext cx="3576218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7738" y="1508760"/>
            <a:ext cx="3576218" cy="38404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5754" y="1572768"/>
            <a:ext cx="332018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Build: Memory + State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5754" y="1984248"/>
            <a:ext cx="3320186" cy="3822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The externalized memory market is wide open.
Teams need:
• Cross-session memory that is human-auditable
• Multi-agent shared state with access controls
• PII-safe memory with automatic redaction
• Rollback / undo for agent state
Apache Burr is early. Vector DB vendors are all building agent APIs.
The winner pairs memory with an opinionated agent loop.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1508760"/>
            <a:ext cx="3576218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576218" cy="384048"/>
          </a:xfrm>
          <a:prstGeom prst="roundRect">
            <a:avLst>
              <a:gd name="adj" fmla="val 4000"/>
            </a:avLst>
          </a:prstGeom>
          <a:solidFill>
            <a:srgbClr val="E31837"/>
          </a:solidFill>
          <a:ln w="12700">
            <a:solidFill>
              <a:srgbClr val="E31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4852" y="1572768"/>
            <a:ext cx="332018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Pitch: Enterprise Agent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4852" y="1984248"/>
            <a:ext cx="3320186" cy="3822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Stanford CS336 + agent-ran-amok stories have primed buyers.
The pitch that works:
'Your developers are already using agent tools. The question is whether you have policy, audit trail, and rollback — or whether you find out the same way this operator did: in the invoice.'
Target: IT security → CISO → CIO.
Lead with governance, not productivity.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AI Architecture  ·  Last 30 Days Signal  ·  June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