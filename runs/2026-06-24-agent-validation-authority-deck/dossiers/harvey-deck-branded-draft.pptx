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19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Harvey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E0F7F1"/>
                </a:solidFill>
                <a:latin typeface="Calibri"/>
              </a:rPr>
              <a:t>The AI operating system for elite legal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In a high-stakes vertical the moat is workflow + data + compliance — not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475488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Pattern 6 · Proprietary-Data Moat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AI operating system for elite legal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Founded · SF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2978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~$300M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ARR (Jun 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$11B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Valuation · 56x rev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$1.5B+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Total raised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2978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4418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orgs · 2/3 AmLaw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7316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960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team · 200+ lawyers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this team could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Origin &amp; founders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377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1067379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Winston Weinberg (ex-litigator, O'Melveny) + Gabriel Pereyra (ex-DeepMind/Meta).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Domain insider + frontier researcher = trust in a conservative vertical.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OpenAI Startup Fund anchored the seed; early GPT-4 access → durable distribution 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1094415" cy="86868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1596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LESSON:  The founding-team composition IS the positioning: buyers trust 'one of us built this.'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problem &amp; who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Business problem &amp; ICP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00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Elite legal work: high-stakes, language-heavy, $1,000+/hr labor.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Source docs are unstructured and not in public training corpora.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Errors carry malpractice/privilege risk; work sits behind ethical walls.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00200"/>
            <a:ext cx="82296" cy="3200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3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Phase 1: lawyers at elite global firms.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Phase 2: corporate in-house — 4% → 42% of revenue in ~1 year.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$300B+ legal market = the labor budget, not software.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91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10673791" cy="2523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Assistant — ask, draft, translate, research across case law.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Agents — execute legal work end-to-end (M&amp;A diligence over a full data room).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25,000+ custom workflow agents; Spectre internal agent infrastructure.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Cloud-agents switch (2026): usage doubled QoQ; token use ~12x YoY.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makes them differentiated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Unique selling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Vertical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Ethical walls + matter confidentiality — no feature flag replicates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Embedded legal 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200+ lawyers co-build and tune per firm.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Lighthouse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Co-developed with Allen &amp; Overy, PwC.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Benchmark authorship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Publishes the Legal Agent Benchmark — defines 'good.'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Compliance as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SOC 2, residency, matter-level permissioning.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POSITIONING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Pattern 6 · Proprietary-Data Moat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45433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1">
                <a:solidFill>
                  <a:srgbClr val="FFFFFF"/>
                </a:solidFill>
                <a:latin typeface="Calibri"/>
              </a:rPr>
              <a:t>“AI designed for legal and professional services — focus on what only lawyers can do.”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9441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Scrapped its own model in 2025 when frontier models beat it — and revenue accelerated.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Defensibility is the layer above (workflow/data) and below (compliance), never the weights.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Vertical agent now verticalizing by industry; calibrated augment → autopilot glide.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moat — 5 layers, none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Defensibility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Data flywheel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100K lawyers' corrections train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Workflow lock-in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Matter/doc/billing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Compliance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Privilege, bar ethics, residency.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Social-proof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5 AmLaw firms → next 20.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Benchmark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Defines the category.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Pricing, GTM &amp; 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they sell and what it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Pricing &amp; GTM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~$1,200/lawyer/month, 20-seat minimums + custom-model fees.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Moving toward outcome pricing for narrow tasks.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Lighthouse → marquee references → social-proof cascade; $150M Azure tie.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ARR in 10 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1220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56x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revenue multiple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9433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9433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60+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873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countries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11094415" cy="1005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PROOF:  $100M (Aug '25) → $190M (Jan '26) → ~$300M (Jun '26); valuation $1.5B → $11B.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Competitors &amp; the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Legora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92224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Collaborative legal AI, $5.6B, strong in Europe/M&amp;A.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1486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91486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7436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Spellbook / Robin / Luminance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83510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Contract-centric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82772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82772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656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EvenUp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74796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Personal-injury sub-vertical squeeze, $2B+.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74058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74058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5693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OpenAI / Gemini bundles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866082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Held off by compliance + proprietary data, not capability.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Edge:  Elite install base + embedded legal engineering + benchmark authorship + compliance depth.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Lessons for OUR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to borrow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73936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Pick a high-stakes, slow-feedback 'golden zone'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3879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33879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07615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Concede the model; build the moat one layer up or 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7558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67558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4129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Wrap software in services — embedded domain engineers.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01237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01237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7497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Co-develop with marquee partners, then weaponize the social-proof cascade.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34916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34916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0865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Author the benchmark to own the definition of 'good.'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Harvey AI · Company Dossier · Positioning Evidence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