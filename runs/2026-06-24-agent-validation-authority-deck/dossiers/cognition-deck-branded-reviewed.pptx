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819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5217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FFFFFF"/>
                </a:solidFill>
                <a:latin typeface="Calibri"/>
              </a:rPr>
              <a:t>Cognition · Devin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E0F7F1"/>
                </a:solidFill>
                <a:latin typeface="Calibri"/>
              </a:rPr>
              <a:t>The AI software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Branded full autonomy before models could deliver it — then bought the opposite pole (Windsurf).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4754880" cy="45720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2212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Pattern 5 · Replacement (the autopilot pole)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AI software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Founded · NYC→SF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2978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$492M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run-rate (May '26)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6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$26B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&lt;$20M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lifetime net burn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2978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2978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350+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4418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enterprise 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7316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Scott Wu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CEO · IOI gold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this team could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Origin &amp; founders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441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2377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91640"/>
            <a:ext cx="1071036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Founders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76272"/>
            <a:ext cx="1067379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 small group of engineers, a decade of friendship, a New York apartment.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Scott Wu — competitive-programming gold medalist, ex-founding engineer at Scale AI.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Launched Devin on March 12, 2024 as 'the world's first AI software engineer.'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11094415" cy="86868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15968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LESSON:  Claim the pole loudly; let the models catch up to the positioning.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problem &amp; who pays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Business problem &amp; ICP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32004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4989423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'Software abundance — engineers become architects, tasking an army of agents.'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30M software engineers, each to be made ~10x more productive.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541004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00200"/>
            <a:ext cx="82296" cy="3200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2463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ICP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3" y="2221992"/>
            <a:ext cx="4989423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Enterprise engineering teams where 'Devin is already a top contributor.'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350+ enterprise customers (via Windsurf).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3291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1071036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10673791" cy="2523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Devin — autonomous agent: plan, write, debug, deploy async (Jira ticket → PR).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Windsurf — the agentic IDE for hands-on, decision-by-decision work.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Now owns both forms: agent (delegate) + IDE (augment).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SWE-1.6 model; Devin in Windsurf; Devin Desktop.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makes them differentiated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Unique selling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Full autonomy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'The AI software engineer,' not an assistant.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441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9313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Complete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9313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IDE + agent after the Windsurf acquisition.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2242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1114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Usage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114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~by the hour, ~10x cheaper than your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4044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2916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Capital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2916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&lt;$20M net burn to a $26B valuation.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845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845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717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Elite talent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717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Olympiad + Scale AI pedigree.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THE POSITIONING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Pattern 5 · Replacement (the autopilot pole)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09728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45433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1">
                <a:solidFill>
                  <a:srgbClr val="FFFFFF"/>
                </a:solidFill>
                <a:latin typeface="Calibri"/>
              </a:rPr>
              <a:t>“Devin, the AI software engineer.”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109441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Replacement pole — the explicit opposite of Cursor's augment.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Early Devin made mistakes ('ahead of its time'); the bet was models would catch up.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Bought Windsurf (Jul 2025) to also own the augment IDE — spanning both poles.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moat — 5 layers, none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Defensibility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Category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First mover on full autonomy.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441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9313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Enterprise GTM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9313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Windsurf's 350+ + scaled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2242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1114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Two-product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114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IDE + agent under one roof.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4044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2916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Capital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2916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&lt;$20M burn = optionality.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845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845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717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Talent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717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Competitive-programming pedigree.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Pricing, GTM &amp; 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they sell and what it produced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Pricing &amp; GTM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4989423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Usage-based, ~by the hour, '~10x cheaper than the value of your time.'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Retired Core / Team ($500/mo) for a 5-tier ladder (Apr 2026).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Windsurf supplied a scaled GTM machine + bottom-up IDE funnel.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$1M→$73M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Devin ARR / 9 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1220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220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$492M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run-rate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9433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49433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&lt;$20M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873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net burn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11094415" cy="1005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PROOF:  Devin $1M → $73M ARR in 9 months; company-wide $492M run-rate; $26B valuation.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Competitors &amp; the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Landscape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92224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Augment pole, $2–3B ARR, the revenue leader.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91486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91486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7436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GitHub Copilot / Claude Code /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83510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Assistant–agent hybrids.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Edge:  Full-autonomy brand + IDE-plus-agent suite + enterprise base + capital efficiency.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Lessons for OUR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to borrow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73936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Brand the category before the tech is ready — let models catch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33879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33879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07615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Pick the pole loudly; 'assign-a-ticket-get-a-PR' is a bigger sale than autocomplete.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7558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67558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41294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Buy the opposite pole when you can (Windsurf).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01237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01237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74973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Capital efficiency is itself a positioning asset.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Cognition · Devin · Company Dossier · Positioning Evidence · 2026-06-24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