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19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5217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Cursor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E0F7F1"/>
                </a:solidFill>
                <a:latin typeface="Calibri"/>
              </a:rPr>
              <a:t>The fastest-scaling B2B software company in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An AI-native code editor that augments the developer — and won with zero marketing spend.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4754880" cy="45720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2212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Pattern 8 · Interface Paradigm + Adapter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fastest-scaling B2B software company in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Founded · SF · Anysphere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2978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$1M→$2B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6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$60B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$3.4B+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Total raised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2978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2978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~50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4418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people at $2B ARR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7316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MIT-grad founders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this team could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Origin &amp; founders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441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377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91640"/>
            <a:ext cx="1071036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1067379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Michael Truell, Aman Sanger, Arvid Lunnemark, Sualeh Asif — MIT, no prior startups.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Spent year one building the WRONG product (CAD / mechanical-engineering tools).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Pivoted to an AI editor in 2023; Cmd+K + codebase indexing was the turning 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11094415" cy="86868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15968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LESSON:  Admitting you're building the wrong product for people you don't understand was the unlock.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problem &amp; who pays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Business problem &amp; ICP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00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989423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coding tools were capped by bolting AI onto existing IDEs.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bet: reimagine the editor from first principles, controlling the IDE itself.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541004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00200"/>
            <a:ext cx="82296" cy="3200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2463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ICP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3" y="2221992"/>
            <a:ext cx="4989423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Individual professional developers — bottom-up, word of mouth.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60% enterprise revenue by 2026.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91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1071036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10673791" cy="2523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 fork of VS Code — fully compatible, zero switching cost.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Tab predicts the next EDIT/diff with whole-codebase context (vs Copilot's current file).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Composer (multi-file agentic editing), Background Agents (async).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Proprietary models: Fusion (Tab), Composer (RL-trained).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makes them differentiated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Unique selling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Fastest autocomplete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Tab predicts edits across the codebase, not tokens.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13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Augment, not replace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313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developer stays in the driver's seat.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1114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Zero switching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114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VS Code fork — adopt in minutes.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Proprietary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Cheap high-volume inference; margin-positive.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717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Word-of-mouth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717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$1M → $100M ARR with zero marketing spend.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THE POSITIONING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Pattern 8 · Interface Paradigm + Adapter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45433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1">
                <a:solidFill>
                  <a:srgbClr val="FFFFFF"/>
                </a:solidFill>
                <a:latin typeface="Calibri"/>
              </a:rPr>
              <a:t>“AI makes developers 10x more productive — and developers stay central.”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109441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Interface paradigm (own the editor) + Adapter (VS Code fork = no switching).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Augment pole — the deliberate opposite of Devin's 'replace the engineer.'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Vertically integrated the model once it had the usage data — flipped margins.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moat — 5 layers, none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Defensibility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Bottom-up lock-in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Workflows/prompts/codebase adapt to Cursor.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13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Proprietary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313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Cost + capability 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1114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114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'Fastest-scaling SaaS ever' is its own funnel.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$3.4B+, now SpaceX/xAI.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717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Daily-use 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717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Tab is used constantly.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Pricing, GTM &amp; 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they sell and what it produced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Pricing &amp; GTM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989423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Free / Pro $20 (+$20 credits) / Business $40 / Enterprise custom.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Zero marketing — word of mouth from devs at OpenAI, Perplexity, Shopify.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Bottom-up individual → team → enterprise (60%).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Fastest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to $1B &amp; $2B ARR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1220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~50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people at $2B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9433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49433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873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enterprise revenue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11094415" cy="1005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PROOF:  $1M (Dec '23) → $100M (Oct '24) → $2B (Feb '26); valuation $400M → $60B.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Competitors &amp; the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GitHub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92224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Distribution — 90% of Fortune 100, $10/mo.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1486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91486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7436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83510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Terminal-native, developer mindshare.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82772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82772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656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Replit / Lovable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174796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Non-developer builder canvas.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74058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74058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5693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Cognition / Devin + Windsurf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866082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Autonomous-agent pole.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Edge:  Revenue leader + augment clarity + proprietary models + word-of-mouth gravity.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Lessons for OUR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to borrow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73936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Own the surface — a fork is Adapter and new-paradigm at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33879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33879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07615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Pick augment-vs-replace loudly; clarity beat muddier rivals.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7558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67558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41294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Word-of-mouth bottom-up beats a sales team when value is obvious in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01237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01237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74973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Vertically integrate the model once you have the usage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Cursor · Company Dossier · Positioning Evidence · 2026-06-24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