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06 / EXECUTIVE COMMS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Decision Memo — Apex HR Payroll Partnership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Approve $800K investment to integrate Check payroll API as a partner-delivered payroll capability, targeting GA in Q1 2027. Defer APAC entry until Q3 2027.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Apex HR reached $42M ARR but growth decelerated from 35% to 12% YoY. Win rate against Rippling and Deel is declining in our highest-value segment (150–300 employees). Win/loss analysis (to be completed Week 1 of July) is expected to confirm that absence of a payroll module is the primary disqualifier in &gt;50% of competitive losses. Mid-market HR tech is growing at 18% YoY; Apex is growing below market.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Options Considered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0711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Why Rejected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Build native payroll from scratch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0711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18–24 month timeline; delays win…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Enter APAC instead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Doesn't address US win rate; req…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Raise and acquire payroll startup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$40–80M capital requirement; int…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 nothing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0711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Growth continues to decelerate;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ARR growth: 35% (2023) → 12% (2026) — 23-point deceleration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NRR: 101% — below 108% benchmark for healthy SaaS at this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Market growth: 18% YoY — Apex growing below market, indicating share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Competitive signal: Rippling + Deel both bundle payroll; Apex cannot compete in RFPs that require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Risks and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0711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compliance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0711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Hire compliance counsel Month 1;…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Check partnership collapses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2-year rate lock; maintain backu…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Rippling pre-emptive discount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Lock renewals before GA announce…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Win/loss shows payroll not disqu…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0711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Gate $800K commitment on win/los…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July 1–15: Win/loss analysis complete (Head of Sales)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July 1–15: Check partnership term sheet (CTO + CFO)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July 15: Board decision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4.  Aug 1: Engineering kickoff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8833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5.  Q1 2027: Payroll 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Budget required: $800K (split: $500K engineering, $200K compliance/legal, $100K sales enablement)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