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06 / EXECUTIVE COMMS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Executive Narrative — Apex HR Board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Audience and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Board of Directors + Lead Investor. Decision: approve $800K payroll partnership investment and reprioritize roadmap away from APAC.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Core 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Apex HR's growth deceleration is a product gap problem, not a market problem. The fix is targeted, the economics are clear, and the window is closing.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Storyline (SCQA)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Headline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Apex HR reached $42M ARR but gro…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Situation — establish fact 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Growth fell from 35% to 12% — we…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Complication — identify the real…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One question: do we build payrol…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Question — sharpen the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Build via partner first, native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Answer — lead with recommendation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1642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economics are conservative: 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9780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Proof — validate the numbers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410565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1642" y="410565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Risks are manageable; APAC defer…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9780" y="410565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Risk handling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35424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458114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1642" y="458114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Decision needed: approve $800K, 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99780" y="458114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Call to 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Pyramid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Recommendation: Approve Check partnership integration for payroll, $800K, Q3 2026 start.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8249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Supporting arguments: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6654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Payroll gap is the binding constraint — win/loss will confirm, but signal is clear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1401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 Partner bridge (Check) is the fastest path — 9 months vs. 18–24 for native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6148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 The investment breaks even at 15% win rate recovery — a conservative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8211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Evidence: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56616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35% → 12% growth deceleration, below 18% market growth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91363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NRR 101% — customers staying but not expanding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26110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Competitive signal: Rippling bundles payroll; Deel expanding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Hostile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545576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0711" y="1344168"/>
            <a:ext cx="545576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728216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Why Check and not building from 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0711" y="1728216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9 months vs. 18–24 months. Payro…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203704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if win/loss shows payroll i…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2203704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 run that analysis in Week 1. 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679192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Isn't this just giving Rippling 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2679192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Rippling already has payroll. Ev…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54680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Why not raise and acquire a payr…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0711" y="3154680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$40–80M raise for an asset we ca…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