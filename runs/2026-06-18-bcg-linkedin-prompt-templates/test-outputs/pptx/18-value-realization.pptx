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05 / RISK &amp; GOVERNANCE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Value Realization — Apex HR Payroll Program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Benefits Register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Benefit Dependency 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Win rate recovery depends on: payroll GA on time + sales enablement complete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Payroll upsell depends on: CS proactive outreach program + pricing clarity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Analytics revenue depends on: pricing change approved + marketing campaign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340864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Discount reduction depends on: payroll gives sales a differentiator to hold 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Review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07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Cadence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711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Forum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315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Trigger for Re-Plan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ARR vs.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CPO + VP Sales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315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&gt;20% below plan for 2 months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NRR segment tracking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7107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Quarterly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711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CEO + CS Lead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5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NRR &lt;103% for one quarter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Full benefits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7107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Quarterly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Executive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315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Cumulative benefits &lt;70% of plan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Contingency Triggers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98448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If payroll attach rate &lt;15% after 90 days GA: pricing or packaging problem — run rapid customer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645920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If win rate doesn't recover within 6 months of launch: payroll not the disqualifier — revisit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993392"/>
            <a:ext cx="1098468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If analytics revenue &lt;$300K in Year 1: bundling habit too entrenched — run more aggressive migration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