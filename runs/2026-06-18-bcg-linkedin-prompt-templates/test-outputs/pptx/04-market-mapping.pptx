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02 /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Market Map — HR Tech Mid-Market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Market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Mid-market HR SaaS: companies 100–1,000 employees, US + English-speaking markets, core HR + payroll + compliance, 2026–2029 horizon.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Size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Top-down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~400K US companies 100–1,000 emp…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~$3.2B US 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Bottom-up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200K reachable accounts × 60% HR…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~$1.4B 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Analyst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HR Tech growing 15% CAGR; mid-ma…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$3–4B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Segment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Attractiveness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50–150 employees,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$800M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150–500 employees,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$1.1B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500–1,000 employees, 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$600M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Low-Medium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mid-market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SMB &lt;100 employees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$700M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150–500 employee segment: no strong HR-first alternative with native payroll at this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500–1,000 employees: gap between overpriced Workday and underbuilt mid-market 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APAC: low competition but high compliance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Where-To-Play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Double down on 150–500 US segment with Payroll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Move upmarket to 500–1,000 with enterprise HR + payroll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Enter APAC with HR-only, deferred payroll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