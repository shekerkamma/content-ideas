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03 / STRATEGIC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Portfolio Review — 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Portfolio Elements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Core HR (HCM), Onboarding, PTO/Absence, Analytics/Reporting, [Payroll — proposed], [APAC — proposed]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Portfolio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Product / Initiative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2573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642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0711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9780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Competitive 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48849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Core HR (HCM)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2573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$36M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9780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Strong (150–300 band), weakening…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849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Invest — primary revenue engine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Onboarding 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2573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$2M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1642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80%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Differentiated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849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Hold — expand through HR bundle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PTO/Absence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52573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$2.5M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1642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0711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65%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9780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Commodity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849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Harvest — maintain, no new inves…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Analytics/Reporting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52573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$1.5M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1642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35%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0711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85%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9780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Differentiated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8849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Invest — unbundle and monetize s…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(proposed)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52573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1642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50711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~75% target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99780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Gap today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48849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Invest — highest strategic priority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APAC (proposed)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52573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01642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50711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Unknown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99780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 competition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48849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Explore — pilot after payroll live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Allocation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Bucket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% of R&amp;D 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9780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% of GTM spend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build/partner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642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9780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Core HR defence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9780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50%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Analytics monetization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1642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9780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APAC exploration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1642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PTO/Absence maintenance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1642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9780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Pruning Candidates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PTO/Absence standalone: stop selling as standalone; fold into HR bundle only. Reduces GTM complexity.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SMB self-serve below $8K ACV: set minimum contract floor; stop subsidizing low-NRR entry tier.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