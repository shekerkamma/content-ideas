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04 /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Operating Model Design — Apex HR (Post-Payroll)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Capability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Must-Win Capabilities to deliver Payroll + HR bundle to 150–500 employee segment: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995927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77639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Payroll compliance engine (state + federal tax, garnishments, direct deposit)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53127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71415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53127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HR + Payroll integration (single data model, no re-entry)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28615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4946903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928615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Implementation and onboarding (faster than Rippling; &lt;30 days to first payroll)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04103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5422391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404103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Customer success (proactive expansion; upsell motion from HR → Payroll)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Operating Structure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— Separate Payroll 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Dedicated team: PM, Eng, CS, Com…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Fast; clear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Duplication; integration risk be…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 — Platform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Shared platform team; Payroll =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duplication; single data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Slower; competing priorities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 — Acquisition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Acquire team + fold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Fastest talent acquisition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Integration overhead; culture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00400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Recommendation: Option B (Platform) — HR + Payroll must share a data model or customers face the same re-entry problem they're trying to escape.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Decision Rights (RACI for Critical Decisions)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Responsible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Accountable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Consulted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Informed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compliance rule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Legal,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Partner vs Build for payroll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CPO, CFO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Customer pricing exceptions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launch go/no-go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Head of 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CFO, CPO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Ways-of-Working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Add Compliance function reporting to CPO (currently no dedicated compliance role)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Institute weekly Payroll Readiness stand-up (Eng + CS + Compliance + Sales)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Create Customer Advisory Board for payroll beta (10 existing customers, 150–300 employees)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