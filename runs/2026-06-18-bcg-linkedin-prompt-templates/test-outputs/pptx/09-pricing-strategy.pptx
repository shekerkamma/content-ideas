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03 / STRATEGIC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Pricing Strategy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Pricing Power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Current model: per-seat SaaS, flat module tiers. Estimated discount rate: 25–35% in competitive deals. No payroll = no anchor for higher ACV.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Willingness-to-Pay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Current ACV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Estimated WTP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Growth-Stage Scaler (150–300)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$16K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$22–28K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+$6–12K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bundle would justify pre…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Stable Mid-Market (300–500)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$35–45K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+$7–17K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Deep HCM + payroll + analytics b…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Transitional SMB (50–150)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$7K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$7–9K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Minimal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Price-sensitive; WTP ceiling 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Discount Leakage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Where Discounting Occu…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% of Deals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Revenue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Competitive RFPs vs Rippling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~40% of deals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~$3.2M 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payroll = partial solution =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Renewal pressure from growing ac…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~25% of 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~$2.1M ARR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upsell path = champion demand…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SMB self-serve trials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~15% of 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~$0.8M ARR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value metric anchor; discount…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Launch payroll as a premium tier at +$4/employee/month — removes justification for competitive discount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Move to value-based pricing (per employee) rather than flat seat pricing — aligns price to customer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Introduce Analytics as a standalone $3K–5K/year add-on — 85% gross margin, currently bundled 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4.  Set minimum contract floor at $12K for 150+ employee accounts — stops SMB pricing bleeding into mid-market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8833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5.  Pre-announce payroll pricing to existing customers to lock renewals before competitive alternatives close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