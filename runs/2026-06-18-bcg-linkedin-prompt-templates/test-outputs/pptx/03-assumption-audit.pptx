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01 / DIAGNOSIS &amp; FRAMING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Assumption Audit — 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Strategy Being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Apex HR will build a Payroll module and expand into APAC simultaneously over the next 18 months to re-accelerate growth to 25%+ ARR.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Assumption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Importance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module will close win-ra…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 payroll not the deciding fact…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buyers have comparable will…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pricing pressure could dilu…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Can build compliant payroll engi…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Operational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compliance is notoriousl…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customers will upgrade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22387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Economic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1270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153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9036" y="3154680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101% baseline suggests upsel…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200 employees is true disqualifi…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2387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1270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0153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9036" y="3630168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May be 150 or 250; threshold dri…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Rippling/Deel won't further bund…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22387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1270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High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0153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9036" y="410565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Both well-funded and could pre-e…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Load-Bearing Assumptions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Payroll IS the disqualifying factor — if pricing or integrations are equally important, the product investment th…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12-month payroll build is achievable — payroll compliance is one of the hardest engineering problems in HR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Test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387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1270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Data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153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9036" y="1344168"/>
            <a:ext cx="212744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Decision Trigger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= disqualifier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22387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analysis: % of deals lo…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1270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CRM loss reasons + 20 interviews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0153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9036" y="1728216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&lt;50% cite payroll → pivot strategy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 timeline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2387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Architecture assessment + vendor…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1270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estimate + 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153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9036" y="2203704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Build &gt;18mo → evaluate buy/partn…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unit economics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2387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10 prospect interviews ANZ/Singa…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1270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Customer interviews, pricing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153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Revenue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9036" y="2679192"/>
            <a:ext cx="212744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WTP &lt;70% of US ACV → delay APAC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Test before build. Run win/loss analysis (4 weeks) and CTO architecture assessment (4 weeks) in parallel before committing to payroll build. APAC is a distraction until the core product gap is resolved.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