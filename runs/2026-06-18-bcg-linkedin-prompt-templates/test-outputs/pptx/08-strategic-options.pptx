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03 / STRATEGIC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Strategic Options — 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How should Apex HR re-accelerate ARR growth from 12% to 25%+ within 24 months?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2387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1270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Upside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0153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Trade-Off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9036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What Must Be True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— Build Native Payroll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2387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Build payroll engine in-house ov…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1270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Closes win-rate gap; high NRR up…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153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engineering cost; long time…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9036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IS the disqualifying fac…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 — Embed via Partnership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2387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White-label Gusto or Check payroll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1270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Fast time-to-market (6–9 months)…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153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Lower margin; dependency on part…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9036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Partner economics are acceptable…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 — Acquire Payroll Startup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2387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M&amp;A of Series A/B payroll-adjace…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270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Faster than build; acquires tale…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153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Requires $40–80M capital raise; 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9036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Board approves raise; target ava…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 — APAC First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22387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Enter APAC with HR-only, defer p…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1270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New revenue stream; low competition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0153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Doesn't address US win-rate; dil…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9036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APAC demand validated; unit econ…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 — Upmarket to 500–1,000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22387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Sell deeper HR to larger companies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1270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Higher ACV; Workday gap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0153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Requires enterprise features; di…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036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Existing product works for 500+ 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2573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 —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642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 — 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0711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 — Acquire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9780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 — APAC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48849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E — Upmarket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Addresses core barrier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2573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9780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849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Time to revenue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2573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 (18mo+)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1642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(6–9mo)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 (12mo)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849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Capital efficiency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52573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1642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0711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9780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849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Defensibility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52573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1642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0711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9780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8849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Execution risk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52573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1642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50711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99780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48849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Option B (Partner) as bridge → Option A (Build) as destination. Partner with Check or Gusto to launch payroll in 9 months, capture the win-rate gain, and fund the native build from the resulting ARR growth. APAC deferred until US payroll is live and generating NRR.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Next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Validate partnership economics with Check (week 1–2)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Run win/loss analysis to confirm payroll = disqualifier in &gt;50% of deals (week 1–4)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Get engineering estimate for native build while partnership runs (months 1–3)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