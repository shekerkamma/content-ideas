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04 /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Initiative Prioritizer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Initiative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3995927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77639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Payroll partner integration (Check 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53127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471415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53127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Native payroll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28615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946903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928615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Analytics monetization (unbundle from 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04103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5422391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404103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APAC market entry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Priority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Strategic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(validates everything)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#1 — Do now (Week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partner (Check)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#2 — Start Q3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Analytics monetization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Pricing rework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#3 — Start Q3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SMB floor pricing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Sales 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#4 — Start Q3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 advisory 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#5 — Start Q3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Native payroll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2573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1642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711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Partner live + ARR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9780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849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#6 — Start Q1 2027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Upmarket (500–1,000)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52573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1642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0711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 features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99780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48849" y="458114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#7 — Q2 2027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" y="505663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entry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52573" y="505663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01642" y="505663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50711" y="505663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live + compliance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99780" y="505663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48849" y="505663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#8 — Q3 2027+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Quick Wins (Start Immediately)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Win/loss analysis — 4 weeks, no budget, validates entire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Analytics unbundling — 6 weeks, no engineering, immediate ARR upside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SMB floor pricing — sales policy change, instant margin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Kill / Defer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APAC: defer minimum 18 months; resources needed for payroll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Native payroll build: don't start until partner is live and generating revenue to fund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