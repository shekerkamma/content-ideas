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05 / RISK &amp;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Strategy War Game — 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Strategy Under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Build payroll via Check partnership, launch in 9 months, and target the 150–300 employee growth-stage segment to recover win rate and re-accelerate ARR to 25%+.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2387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1270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0153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Likelihood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9036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Rippling launches aggressive 6-m…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2387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Apex announces payroll 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1270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 rate recovery delayed; 30% o…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153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9036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Check raises API pricing or exits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2387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Series funding shift; acqui-hire…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1270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Apex loses partner; 9-month buil…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153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9036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Critical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Deel launches full US HR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2387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Deel Series E closes; hires US H…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270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Apex faces two-front war: Rippli…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153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9036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compliance incident at s…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22387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Edge case in state tax calculati…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1270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Customer churn event; regulatory…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0153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9036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Critical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Win/loss validation shows payrol…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22387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Internal analysis; customer inte…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1270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Entire product roadmap invalidat…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0153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036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Critical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Vulnerabilities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Weak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9780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Only one payroll delivery pathwa…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1642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Single point of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9780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Dual-track: Check + evaluate Gus…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 compliance function 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is regulated; errors are…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9780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Hire compliance counsel in Month…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Win/loss assumption unvalidated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1642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Entire strategy built on unverif…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9780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Run analysis Week 1; gate strate…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Rippling will react faster than 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1642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Rippling has more resources and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Pre-lock renewals before GA; com…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Response Playbook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9780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Rippling discounts &gt;20% in targe…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1642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Compete on implementation speed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9780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Sales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Check pricing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Activate Gusto/Zeal negotiations…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9780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Deel enters US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1642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Accelerate NRR lock with existin…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9780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Head of Revenue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Compliance incident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1642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Activate crisis protocol; CEO co…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CEO + Legal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