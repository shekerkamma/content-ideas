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5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38328"/>
            <a:ext cx="142646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BCG-STYLE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996B"/>
                </a:solidFill>
                <a:latin typeface="Calibri"/>
              </a:rPr>
              <a:t>06 / EXECUTIVE COMMS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9601200" cy="2560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Stakeholder Alignment — Apex HR Payroll Strategy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23360"/>
            <a:ext cx="27432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CCEEE4"/>
                </a:solidFill>
                <a:latin typeface="Calibri"/>
              </a:rPr>
              <a:t>Apex 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73152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Powered by The Consultant's Guide to Claude · 21 BCG-Style 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Strategy Requiring Alignment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22860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094415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CCEEE4"/>
                </a:solidFill>
                <a:latin typeface="Calibri"/>
              </a:rPr>
              <a:t>Build payroll via Check partnership (9 months, $800K), defer APAC, re-focus GTM on 150–300 employee segment. Requires Board approval for spend + CTO/CPO commitment.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65615" y="256032"/>
            <a:ext cx="2377440" cy="347472"/>
          </a:xfrm>
          <a:prstGeom prst="roundRect">
            <a:avLst>
              <a:gd name="adj" fmla="val 4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57055" y="274320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1824"/>
                </a:solidFill>
                <a:latin typeface="Calibri"/>
              </a:rPr>
              <a:t>Apex 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Stakeholder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Stakeholder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2387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1270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Disposition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0153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Decision Criteria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79036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Primary Concern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22387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Sponsor + Decision Maker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1270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Supportive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0153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Growth trajectory credibility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79036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Will this actually recover win r…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Board / Lead Investor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22387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Approves capital allocation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1270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Neutral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0153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ROI, timeline, competitive logic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79036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Is $800K the right bet vs. other…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22387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Builds the payroll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1270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Cautiously supportive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0153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Technical feasibility of Check i…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79036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Compliance liability; team bandw…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CPO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22387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Owns product roadmap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1270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Resistant (has competing priorit…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0153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Product strategy clarity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79036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Other roadmap items deprioritized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584448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4" y="3630168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VP Sales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22387" y="3630168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Delivers the win rate recovery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41270" y="3630168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Strongly supportive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60153" y="3630168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Faster the better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79036" y="3630168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Losing deals right now; needs th…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059936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3504" y="410565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CFO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22387" y="410565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Controls capital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41270" y="410565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Neutral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60153" y="410565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Payback period &lt;24 months; break…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79036" y="410565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What if win/loss shows payroll i…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4535424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3504" y="458114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CS Lead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22387" y="458114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Delivers customer success post-l…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41270" y="458114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Neutral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153" y="458114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Clear launch plan + escalation path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79036" y="458114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Compliance errors will fall to them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Pre-Wire Sequence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9844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1.  **Week 1**: Win/loss analysis brief to CEO — establishes evidence base before any 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2.  **Week 2**: CTO technical feasibility read-out — confirms Check integration is viable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93392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3.  **Week 3**: CPO 1:1 — address roadmap concern; agree what gets deferred vs. defended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40864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4.  **Week 4**: CFO business case review — sensitivity model, break-even conversation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688336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5.  **Week 5**: Board pre-read (CEO + CFO present) — no surprises in the formal meeting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03580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6.  **Week 6**: Formal board approval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Objections and Responses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5455767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Objection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0711" y="1344168"/>
            <a:ext cx="5455767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Response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1728216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"What if payroll isn't the real 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0711" y="1728216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Win/loss analysis will confirm b…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2203704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"$800K is a lot for a partner in…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0711" y="2203704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It breaks even at 15% win rate r…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2679192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"Why not APAC instead?"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0711" y="2679192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APAC requires the same payroll i…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154680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"Won't Rippling just match us?"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50711" y="3154680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They already have payroll. We're…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