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04 /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Transformation Roadmap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Strategy Being Executed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Re-accelerate ARR growth from 12% → 25%+ by closing the payroll product gap, strengthening mid-market position, and building APAC optionality.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Target State (24 months)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ARR: $60M+ (from $42M today)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Payroll: live via partner, native build 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 rate: recovered to 2023 levels in 150–300 employee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NRR: 108%+ (from 101%)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APAC: pilot with 5–10 customers, validation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Phased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1824"/>
                </a:solidFill>
                <a:latin typeface="Calibri"/>
              </a:rPr>
              <a:t>Phase 1 — Diagnose &amp; Commit (Months 1–2)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783080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783080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9780" y="1783080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16712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1642" y="216712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9780" y="216712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9689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426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Check/Gusto partnership terms ag…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1642" y="26426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 + CFO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26426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7238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1181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Analytics unbundling launched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642" y="31181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9780" y="31181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4787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5935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SMB floor pricing enacted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1642" y="35935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9780" y="35935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1824"/>
                </a:solidFill>
                <a:latin typeface="Calibri"/>
              </a:rPr>
              <a:t>Phase 2 — Build &amp; Launch (Months 3–9)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53712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599432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4599432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9780" y="4599432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37760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49834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Check API integration 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1642" y="49834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9780" y="49834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13248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54589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review passed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01642" y="54589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54589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0176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1824"/>
                </a:solidFill>
                <a:latin typeface="Calibri"/>
              </a:rPr>
              <a:t>Phase 3 — Scale &amp; Expand (Months 10–24)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Top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Payroll compliance delay — mitigation: hire compliance counsel in Month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Rippling responds with aggressive discounting — mitigation: pre-lock renewals before 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Engineering bandwidth — mitigation: hire 4 payroll-focused engineers in 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