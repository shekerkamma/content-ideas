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02 / MARKET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Profit Pool Analysis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Apex HR product portfolio (Core HR, Onboarding, PTO/Absence, Analytics) × customer segments × HR SaaS value 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Profit Pool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Attractiveness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Core HR — Growth-Stage Scaler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Core HR — Stable Mid-Market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$9.5M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Core HR — Transitional SMB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$7M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$3.9M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Onboarding module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$1.6M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Analytics/Reporting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$0.85M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(not built)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2573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1642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0711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9780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849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(not entered)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52573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01642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50711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99780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48849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Unknown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Value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Player /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Value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HR + Payroll bundle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Switching cost of payroll integr…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Core HR SaaS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Strong product but no payroll lo…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Gusto / Check (payroll infra)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processing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Infrastructure players capture s…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(Analytics)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margin add-on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incremental cost; currently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Strategic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Build payroll to capture the highest-margin pool Apex currently surrenders to Rippling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Monetise Analytics as a standalone upsell — highest gross margin in portfolio, currently bundled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Exit or stop investing in Transitional SMB — below-average margin and high churn drag pool profitability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