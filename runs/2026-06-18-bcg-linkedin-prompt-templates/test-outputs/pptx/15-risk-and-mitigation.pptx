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Risk and Mitigation — Apex HR Payroll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Risk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Early Warning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Win rate drops &gt;5% in one quarter despite payroll launch — competitive response escalating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Check API rate changes &gt;20% — partnership economics at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Engineering velocity drops below plan 3 months before GA — timeline slippage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Two or more senior engineers resign — talent risk materializing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Contingency Plans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If compliance failure: pause processing, notify customers within 24 hours, activate legal protocol, credit affected p…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If win/loss shows payroll not disqualifier: pivot to upmarket (500–1,000) and analytics as growth levers instead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