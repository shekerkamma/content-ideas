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KPI Architecture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Strategic KPI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Outcome KPIs (Board / CEO — Quarterly)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Vanity Metric Kill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Total registered users (not a revenue metric at Apex's stage)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NPS alone without segmentation by account tier (masks SMB churn signal)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Gross new logos without win rate context (hides competitive displacement)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Operating 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Weekly: Payroll build velocity + compliance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Monthly: Win rate, NRR, CAC payback, payroll attach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Quarterly: ARR growth, gross margin, payroll ARR, board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