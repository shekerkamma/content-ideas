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02 / MARKET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Competitive Intel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Competitor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Likely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Competitor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Most Likely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Aggressive discounting in 150–30…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Apex announces Payroll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price war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Acquire/partner for APAC payroll…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Apex enters APAC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Launch FTE HR module in 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Apex expands upmarket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Response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Early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Recommended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 discounts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drops despite Payroll l…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Lock 12-month contracts pre-laun…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Deel launches US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Deel raises Series E, hires US H…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Accelerate NRR play; lock existi…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BambooHR customers migrate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 pushes BambooHR upgrades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Run targeted migration campaign 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Strategic Implication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Apex has 12–18 months before Rippling strengthens its mid-market moat further. Payroll launch timing is the critical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