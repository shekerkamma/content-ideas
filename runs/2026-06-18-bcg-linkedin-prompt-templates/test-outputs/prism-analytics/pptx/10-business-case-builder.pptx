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03 / STRATEGIC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Business Case — Prism Analytics LLM Interface Acceleration ("AI-First Compliance Intelligence")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Invest $1.8–2.2M to accelerate the LLM natural language query interface from a 6-month to a 4-month launch timeline; simultaneously execute a focused 15–20 new logo sprint using the AI-first compliance positioning. Defer the full real-time replatforming decision until ARR reaches $65M or 12 months elapse, whichever comes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Economics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Downside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Upside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New logos won in 6-month sprint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8 logos × $280K ACV = $2.2M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15 logos × $320K ACV = $4.8M 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22 logos × $360K ACV = $7.9M ARR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recovery (from 31%)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35% (modest narrative lift)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42% (returns to 2-year-ago level)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50% (AI-first repositioning reso…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 uplift (LLM expansion at ren…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105%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108%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111%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Incremental ARR at month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+$4.1M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+$8.3M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+$13.6M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ARR at month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7107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$52.1M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$56.3M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315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$61.6M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Burn impact (additional spend, m…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07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+$550K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0711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+$450K (compressed timeline prem…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4315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+$350K (fast execution, no rework)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Runway remaining at month 12 (cu…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77107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13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0711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16 months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24315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20 months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010912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Exit multiple implied (4× ARR)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77107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$208M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50711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$225M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24315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$246M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Value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Assumption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Sensitivity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recovery to 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AI-first narrative closes the Cl…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growing at 55% on AI-…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±5pp win rate = ±$2.1M ARR in th…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expansion upsell at renewal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35% of existing 140 clients upgr…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Comparable SaaS AI add-on attach…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If attach rate &lt;20%, NRR holds a…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Compressed timeline (4 vs. 6 mon…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30 additional engineers redirect…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Engineering capacity exists: 30%…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If timeline slips to 5 months, s…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Pipeline conversion ($28M qualif…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15% incremental conversion lift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Pipeline at $28M with 8–14 month…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Deals already at late stage conv…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Real-time gap does not disqualify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7107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T+1 latency acceptable for regul…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Basel III/IV and CECL reporting 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315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If Tier 1 banks with trading des…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Cost and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Year 1 total investment: $2.05M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LLM interface compression premium (8-week engineering sprint overlay): $650K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Go-to-market repositioning (messaging, sales enablement, event presence, analyst briefings — Gartner, Celent): $420K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9572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Incremental sales capacity (2 enterprise AEs targeting AI-first narrative + 1 solutions engineer): $580K fully loaded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4320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Customer success expansion (onboard LLM upsell motion at renewal, 2 additional CSMs): $400K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63824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No additional capex required. LLM layer builds on existing Python/SQL infrastructure; streaming architecture deferred.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1094415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Year 2 investment trigger: If ARR reaches $65M by month 12, allocate $8–10M tranche toward real-time replatforming (phased, not big-bang). If ARR does not reach $65M, initiate M&amp;A process instead of further platform investment.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1426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Risk 1 — LLM interface quality is below enterprise bar at accelerated launch. If beta NPS &lt; 40 or enterprise pilots surface hallucination/accuracy issues in compliance reporting contexts, launch delay is mandatory. Mitigation: Gate launch on a 6-client design partner program with structured accuracy benchmarking; do not launch on marketing timeline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98064"/>
            <a:ext cx="11094415" cy="1426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Risk 2 — Real-time gap resurfaces as a hard disqualifier in new RFPs. If win/loss analysis shows real-time is cited in &gt;40% of losses (vs. current estimate of ~25%), the LLM bridge thesis is weakened. Mitigation: Immediately scope a lightweight event-driven data ingest layer (not full replatform) achievable in 9 months at $4M to bridge to near-real-time (T+15min) as a stop-gap.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1094415" cy="1426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Risk 3 — Burn exceeds 18-month runway before ARR inflects. At current $2.1M/mo burn, Prism has $37.8M cash. Base case extends runway to 16 months; downside case to 13 months — uncomfortably close to a bridge round requirement. Mitigation: Simultaneously reduce non-essential discretionary spend by $300K/mo (travel, non-critical vendor contracts) without touching engineering headcount. Target $1.85M/mo effective burn.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97296"/>
            <a:ext cx="11094415" cy="11521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Risk 4 — Key engineering talent loss during repositioning. Rapid context-switch from platform to LLM delivery risks attrition in platform engineers. Mitigation: Retention packages for the top 15 platform engineers; clear 12-month roadmap communication at an all-hands within 30 days of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19751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Proceed. The base case delivers $8.3M incremental ARR at a $2.05M investment — a 4× gross revenue multiple in 12 months. The break-even threshold is only 8 new logos at current ACV, well below the base case of 15. The downside scenario (8 logos, 35% win rate) still improves the exit narrative and buys 3+ months of additional runway. The asymmetry favors acceleration. Begin the 6-client design partner program immediately; compress engineering delivery target to 4 months; brief the board on the M&amp;A parallel track at the same board meeting.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