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Strategy War Game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Under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Invest $3.2M to accelerate the LLM natural language query interface by 2 months, reposition Prism as "AI-first compliance intelligence," convert the $28M qualified pipeline with 4 new sales engineers, and defer real-time replatforming until ARR reaches $65M. Target: $62M ARR, 42% win rate, and NRR above 110% by end of FY2026.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launches a compliance…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product announcement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"AI-first" repositioning neutral…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 — removes the primary 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ships on time but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2–3 early design partners report…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Design partner program collapses…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Severe — trust damage in bank co…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Macro credit cycle worsens — reg…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Fed signals additional rate hold…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Gross churn accelerates from 6%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approximately 41% of ARR 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Bloomberg Terminal announces an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Bloomberg press release; outreac…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32% of ARR from Tier 1 banks fac…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Low–Medium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Catastrophic — Bloomberg has dis…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Prism's real-time data gap becom…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OCC or ECB guidance mandates int…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cannot compete in any deal…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Low–Medium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invalidates the "defer re…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Weak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6-month window between strategy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will be actively selling 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Soft-launch LLM to 10 design par…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$343K ACV and 8–14 month sales c…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At $343K ACV, missing the win-ra…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new sales engineers on the 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74% gross margin is adequate but…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can afford to win dea…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Compete on compliance depth and 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90-engineer team is split: 60% 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Any platform downtime or data qu…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Freeze non-critical platform cha…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Response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announces competing c…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Immediately brief top 20 account…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VP Sales — within 5 busine…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Two or more sprint slippages pus…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Trigger Tranche 2 hold (CFO); ev…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 + CFO — within 48 hours of 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gross churn exceeds 0.7%…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Activate churn war-room; CEO per…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Chief Customer Officer + CEO — t…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Regional bank macro freeze: 3+ 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Shift positioning from productiv…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 + CFO — trigger within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Bloomberg announces compliance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Convene emergency Board session;…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Board — trigger within 30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