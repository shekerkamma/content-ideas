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Value Realization Plan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Value Ambition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Deliver $14M in net new ARR by end of FY2026, bringing total ARR from $48M to $62M (29% growth vs. 14% in FY2025). Simultaneously recover NRR from 104% to 110%+ and win rate from 31% to 42%, establishing Prism's credibility as an AI-first compliance intelligence platform ahead of a potential Series D or strategic sale process. Total investment to capture this value: $3.2M over 12 months, with a target payback period of under 18 months on incremental ARR at 74% gross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Value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Baseline (FY2025)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Target (FY2026)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Proof Standard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Net new ARR from improved win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~$6.7M net new ARR (31% win rate…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$14M net new ARR (42% win rate o…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Quarterly closed-won bookings vs…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recovery — expansion and chu…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104% NRR (FY2025)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110% NRR (Q4 FY2026)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Chief Customer Officer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NRR calculation vs. 110%…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module incremental ACV on ex…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$0 (module not yet launched)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$2.4M incremental ARR from LLM u…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Product + VP 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module contract attachments 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Time-to-close reduction for new 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8–14 month average sales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7–11 month average (AI-first nar…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Average days-to-close tracked pe…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Engineering capacity freed from 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2387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60% of 90 engineers on platform 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50% on platform (45 FTEs) post-L…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153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036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Sprint allocation by workstream 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Optionality value — strategic sa…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22387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active process; no differenti…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1270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Board-ready data room with LLM G…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0153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+ CFO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9036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Milestones achieved enable data 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Participants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value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CEO, CFO, VP Sales, Chief Custom…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Review ARR trajectory vs. $62M t…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Quarterly Board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Full Board, CEO, CFO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Validate NRR and win-rate progre…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launch gate review (one-time…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CEO, CTO, VP Product, VP Sales,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Go/no-go decision for LLM GA bas…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Bi-annual value ledger reconcili…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CFO, VP Sales, Chief Customer Of…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Formally reconcile each benefit 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Risks To Capture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1426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Engineering execution slippage. The single largest value driver — NRR improvement and new logo wins — is contingent on the LLM interface shipping on time and at compliance-grade accuracy. A 3-month delay pushes the primary value realization event into FY2027, compressing runway to approximately 15 months and eliminating the buffer needed for a strategic sale process if organic growth does not materialize.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98064"/>
            <a:ext cx="11094415" cy="1426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NRR recovery requires churn control before expansion. At 104% NRR, Prism is losing more from the bottom than it grows from the top in the existing base. The LLM upsell module will not move NRR to 110% if gross churn simultaneously accelerates. Value capture requires both: arresting regional bank churn AND attaching the LLM module to stable accounts. These are sequential, not parallel, priorities.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1094415" cy="17007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Win-rate improvement lags by one sales cycle. The 8–14 month sales cycle means that wins generated by the LLM repositioning will not show in closed-won data until Q3–Q4 FY2026 at the earliest. In the interim, the value realization plan must use leading indicators — pipeline stage progression, design partner activation, and sales engineer effectiveness — rather than lagging revenue metrics. If the Board evaluates the strategy only on ARR in Q1 2026, it will incorrectly conclude the strategy is not working.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71616"/>
            <a:ext cx="11094415" cy="17007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ACV compression under competitive pressure. Clearwater's aggressive growth posture ($180M ARR, 55% growth) may force Prism into discounting to win deals during the repositioning window. If ACV falls from $343K to $300K, the win-rate improvement required to hit $62M ARR increases from 42% to ~47% — which may be unreachable within the FY2026 timeframe. Value ledger must be re-evaluated if any quarter shows average ACV below $320K.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