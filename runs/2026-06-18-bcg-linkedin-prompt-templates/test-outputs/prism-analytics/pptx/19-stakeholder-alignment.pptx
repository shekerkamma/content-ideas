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Stakeholder Alignment Plan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Decision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The $3.2M investment in LLM acceleration requires Board approval for capital allocation (Tranche structure recommended: $1.8M at kickoff, $1.4M upon Q3 LLM milestone). The CEO sponsors and presents the recommendation. CFO provides financial model and runway analysis. CTO provides technical feasibility confirmation on the 2-month acceleration timeline. The Board must decide by end of June 2026 to preserve the engineering runway needed for Q4 2026 GA. Without a decision by June 30, the acceleration benefit is lost: the LLM interface defaults to the existing Q1 2027 timeline and the competitive repositioning window closes.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Stakeholder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Current 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They Need To Hear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Strategy sponsor, Board presenter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Decision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Committed — this is his strategi…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Needs the Board aligned behind 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Board / Lead Investor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Capital approval; path-to-profit…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Veto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Skeptical but open — Series C in…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"This investment is the fastest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Runway custodian; tranche struct…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controls spend authority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Cautiously supportive — built th…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Tranche structure with hold trig…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Builds the LLM acceleration; own…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has to deliver the techni…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Supportive of the goal; anxious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plan freezes non-cri…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Must convert the $28M pipeline w…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without their buy-in, the…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Strongly supportive — has been 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 new SE hires arrive before Q3 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2387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Accountable for NRR recovery and…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1270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 — owns the 30 at-ris…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153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Neutral — supportive of LLM upse…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036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Dedicated CSM coverage for 30 at…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Product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2387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Owns the LLM product roadmap and…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1270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Medium — can accelerate or slow 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153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Cautiously supportive — concerne…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9036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Accuracy bar of 92% was set with…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Resistance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Who Holds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"We've been through two years of…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Board / Lead 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prior decelerations were cap…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"What if the LLM interface doesn…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Board, CTO, 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UAT gate with 3 bank design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"Are 4 sales engineers the right…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CFO, CEO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confirms two drivers: A…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"Eighteen months of runway is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Board / Lead Investor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Q3 2026 ARR trajectory falls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"Why not raise a Series D now an…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growth 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Series D in the current growth…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Pre-Wire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Desired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summary brief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VP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1 of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lead director understands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 technical feasibility memo —…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2 of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 and Board have written confi…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CFO 1:1 with Board lead investor…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2 of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Lead investor understands that t…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 pipeline briefing to CE…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3 of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can present specific deal na…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Design partner commitment letter…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Product + VP Sales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3 of June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sees customer pull, not ju…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Board pre-read: strategy de…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CFO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Week 4 of June 2026 (5 business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surprises in the room; Board 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decision meeting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7107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(presenter), CFO + CTO (in 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0711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End of June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315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Approved: $1.8M Tranche 1 author…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