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04 /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Operating Model Design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Strategic Requirement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The operating model must enable Prism to execute three simultaneous imperatives over the next 12–18 months: (1) compress the LLM interface launch from 6 to 4 months without sacrificing quality, (2) run a focused new logo sprint targeting 15–20 wins in the Tier 1 bank and insurance segments, and (3) manage burn to extend runway while keeping the M&amp;A parallel track credible. The current model — built for steady-state product development and a broad horizontal go-to-market — is not designed for this level of focused, time-pressured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Capability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Current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Required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AI product development and deliv…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90 engineers split 60/30/10 acro…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4-month compressed LLM delivery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team lacks a dedicated produ…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Vertical-specialized sales execu…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Generalist enterprise AE model;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Vertical-aligned AE pods (Tier 1…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Insurance vertical has no dedica…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Customer success and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CS team manages full install bas…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Proactive expansion motion: ligh…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expansion playbook exists; CS…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Regulatory intelligence and comp…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Updates driven reactively by cus…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Proactive regulatory monitoring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dedicated regulatory affairs 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M&amp;A readiness and investor relat…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Series C investor relations are 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Clean financial model, data room…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data room exists; no CIM; CFO…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Target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Rationale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Engineering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Reorganize from functional teams…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Current team structure distribut…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Go-to-market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Shift from generalist AE model t…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Vertical alignment enables faste…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Pricing and packaging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Establish a deal desk function (…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Current discount leakage is unma…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Product launch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Implement a 5-gate launch readin…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formal launch process current…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M&amp;A readiness function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01642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Assign CFO 20% of bandwidth to M…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9780" y="3630168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 has explicitly stated exit…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Decision Rights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Contributors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interface launch go/no-go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+ CPO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CTO, Head of Design Partners, VP…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 launch readiness review 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ACV floor and deal discount appr…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CFO, CEO (for &gt;$500K deals)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Deal desk weekly review; quarter…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Engineering squad resource alloc…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CPO, VP Engineering, squad leads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Bi-weekly sprint review; realloc…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M&amp;A process activation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Board (majority vote)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CEO, CFO, financial advisor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Quarterly board review of M&amp;A vs…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New vertical or segment investment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Sales, CFO, CPO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Annual planning process; mid-yea…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Transition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1426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Phase 1 (Months 1–2): Reorganize and mobilize. Announce the three engineering squads; assign squad leads and single-threaded PMs. Redeploy 2 AEs from wealth management to insurance. Onboard 6 design partner accounts for LLM beta. Install deal desk governance. Communicate the 4-month LLM launch commitment to the all-hands with weekly milestone visibility.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98064"/>
            <a:ext cx="11094415" cy="11521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Phase 2 (Months 3–4): Deliver and launch. LLM Intelligence Squad delivers against 5-gate checklist. Insurance pod closes first 2 logos. Tier 1 pod runs lighthouse onboarding with 3 accounts. CFO completes preliminary data room build. Win/loss analysis findings shared with 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1094415" cy="1426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Phase 3 (Months 5–10): Scale and decide. New logo sprint runs with AI-first positioning. NRR expansion motion activates across LLM Intelligence tier renewals. At month 6, board reviews ARR trajectory vs. $55M checkpoint — decide on M&amp;A process activation or continued independent execution. At month 10, review real-time replatforming business 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22976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Transition risks: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92531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Engineering squad reorg may slow platform maintenance velocity for 6–8 weeks; communicate to customers with a service…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27278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Insurance pod ramp takes 90 days; first logos unlikely before month 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