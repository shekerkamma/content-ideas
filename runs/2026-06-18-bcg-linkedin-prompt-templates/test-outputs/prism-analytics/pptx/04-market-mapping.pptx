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02 / MARKET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Market Map — Financial Analytics &amp; Risk Intelligence SaaS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Market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B2B Financial Analytics and Risk Intelligence SaaS: software platforms serving banks, insurance carriers, and wealth management firms for portfolio risk dashboards, regulatory compliance reporting (Basel III/IV, CECL, IFRS 9), and financial data analytics. Geography: North America primary, Western Europe secondary. Time horizon: 2025–2029. Excluded: raw financial data providers (Bloomberg data terminal licenses, Refinitiv), core banking systems (Temenos, FIS core), and generic BI tools not purpose-built for financial risk (Tableau, Power BI). Included: purpose-built risk analytics platforms, regulatory reporting automation, and AI-native financial intelligence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Size Estimate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Top-down — addressable bank inst…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~4,500 US banks and credit union…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~$1.26B US 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Bottom-up — Prism-anchored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140 Prism clients at $343K ACV =…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~$550M US 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Medium-High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Analyst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Gartner/IDC financial risk softw…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~$1.2B US TAM (2025), ~$1.9B by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Western Europe add-on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DACH, UK, Benelux banking sector…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~$500M European TAM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Low-Medium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Segment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2573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642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0711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Profitability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9780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8849" y="1344168"/>
            <a:ext cx="1757629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Attractiveness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Tier 1 banks (assets &gt;$100B, 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2573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~$320M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9780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Very High (Bloomberg, Moody's, 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849" y="172821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Medium — high ACV but entrenched…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Regional banks ($5B–$100B assets)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573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~$410M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1642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Medium-High (Prism core, SS&amp;C Ax…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849" y="2203704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largest addressable segme…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Community banks and credit union…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2573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~$180M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1642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711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Low-Medium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9780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Low-Medium (niche vendors, FIS m…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849" y="2679192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Low — high churn, low ACV, price…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Insurance carriers (risk analyti…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2573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~$220M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1642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0711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9780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Low-Medium (Moody's, specialty i…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8849" y="3154680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— underserved by Prism toda…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Wealth management and asset mana…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2573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~$110M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1642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50711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Medium-High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9780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 (Arcesium, niche tools)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8849" y="3630168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Medium-High — high growth, but r…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AI-native financial intelligence…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2573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~$80M (fast-growing sub-segment)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01642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45%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0711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Unknown (early-stage)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99780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leads; Arcesium in he…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48849" y="4105656"/>
            <a:ext cx="175762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 optionality — defines the n…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White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**Insurance carriers (IFRS 17 compliance)**: Prism has proven IFRS 9 and Basel III/IV depth, but has not built IFRS 1…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**Regional banks in the $5B–$20B asset range**: The segment between community banks (too small for Prism's current AC…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**Natural language regulatory query layer**: No competitor has deeply integrated conversational AI specifically for r…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**European IFRS 9 expansion**: European banks face ongoing IFRS 9 pressure; Prism's existing IFRS 9 engine is a direc…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Where-To-Play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**Defend and deepen regional bank core** — invest in retention of the $5B–$100B regional bank segment (currently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**Adjacent expansion into insurance (IFRS 17)** — extend existing regulatory IP into the $220M insurance segment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**Position for strategic acquisition** — use the LLM interface launch to build a reframe narrative around "AI-pow…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