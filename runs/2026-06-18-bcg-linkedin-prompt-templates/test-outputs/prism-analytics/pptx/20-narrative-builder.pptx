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06 / EXECUTIVE COMMS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Executive Narrative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Audience and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Audience: Prism Analytics Board of Directors (Series C investors + independent directors); secondarily, the CEO who must carry this story into the room and own the recommendation.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Core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Prism Analytics has the right product, the right customers, and the right market — but a narrowing window to close one specific AI perception gap before Clearwater locks in the compliance analytics 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Storyline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Page or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Headline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1. Situation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Prism reached $48M ARR but growt…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Establish urgency without panic;…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2. Complication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fell from 47% to 31% —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Make the problem concrete and sp…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3. Root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Banks are choosing AI-native pla…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Separate the product reality fro…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4. The closing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Clearwater is at $180M ARR growi…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Create timeline pressure without…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5. Our asset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have $28M in qualified pipeli…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Show the board we are not starti…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6. The recommendation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1642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Invest $3.2M to accelerate LLM l…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99780" y="410565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Answer-first; specific, bounded,…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458114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7. The math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1642" y="458114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$3.2M investment targets $14M ne…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9780" y="458114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Make the economics undeniable; t…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" y="505663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8. What success looks like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1642" y="505663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$62M ARR by Q4 2026, win rate at…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9780" y="505663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Give the board a definition of d…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86400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553212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9. The ask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01642" y="553212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Approve $1.8M Tranche 1 today; C…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99780" y="553212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Make the decision simple and imm…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Pyramid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Recommendation: Invest $3.2M to accelerate the LLM interface and deploy 4 sales engineers. Defer replatforming to real-time until $65M ARR. Target $62M ARR by end of FY2026.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9424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Supporting argument 1 — The problem is specific and fixable.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Win/loss analysis confirms that the AI perception gap — not compliance functionality, not pricing, not customer success — is the primary disqualifier in competitive losses. Prism's Basel IV and CECL depth is a genuine competitive advantage. The gap is UX and narrative, not product architecture. The LLM interface closes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87705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Evidence: $1.2M TCV deal lost to Clearwater 3 months ago; 16-point win-rate decline over 24 months; Clearwater at 55%…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Supporting argument 2 — The investment is structurally bounded and the return is asymmetric.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74336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At 74% gross margin, $14M in net new ARR generates $10.4M in gross profit. The $3.2M investment pays back in under 4 months of incremental gross profit. The downside — LLM ships late — is mitigated by the tranche structure: if the Q3 milestone is missed, Tranche 2 is held and the strategy is reassessed before further capital is deployed.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963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Evidence: 4.4x gross return on investment; tranche hold trigger limits downside to $1.8M; break-even at 6-point win r…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Hostile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0711" y="1344168"/>
            <a:ext cx="5455767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"You've been missing targets for…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711" y="172821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Because for the first time, we k…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"What if the LLM interface doesn…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2203704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have a hard UAT gate before a…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"Why not just raise a Series D a…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711" y="2679192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Series D at 14% growth is a fl…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"Is $3.2M enough — or will you b…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0711" y="3154680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The tranche structure is designe…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630168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"What happens if we miss $62M ARR?"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711" y="3630168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 have two pre-committed respon…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10565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"Why not sell now before the bur…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0711" y="4105656"/>
            <a:ext cx="5455767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Today's story — 14% growth, no 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