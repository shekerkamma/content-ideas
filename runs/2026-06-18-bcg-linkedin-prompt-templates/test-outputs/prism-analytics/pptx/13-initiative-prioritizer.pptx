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04 / EXECUTION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Initiative Prioritization — 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Prism Analytics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Criteria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Initiatives are scored against four criteria weighted to reflect Prism's current constraints (18-month runway, 14% growth, board exit pressure):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39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5216" y="3995927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977639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**Impact** — ARR contribution, win rate recovery, NRR uplift, or runway extension within 12 months (H/M/L)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453127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6" y="4471415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4453127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**Feasibility** — execution risk given current team, capital, and timeline (H/M/L)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4928615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4946903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928615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**Urgency** — time-sensitivity; opportunity decays or competitive window closes if delayed (H/M/L)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5404103"/>
            <a:ext cx="274320" cy="274320"/>
          </a:xfrm>
          <a:prstGeom prst="roundRect">
            <a:avLst>
              <a:gd name="adj" fmla="val 8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5422391"/>
            <a:ext cx="201168" cy="2377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1824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" y="5404103"/>
            <a:ext cx="10710367" cy="32918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Calibri"/>
              </a:rPr>
              <a:t>**Fit** — alignment with the recommended "AI-first compliance intelligence" strategic path (H/M/L)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Prism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Initiative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14934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88420" y="1344168"/>
            <a:ext cx="14934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73336" y="1344168"/>
            <a:ext cx="14934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Feasibility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58253" y="1344168"/>
            <a:ext cx="14934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Urgency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3169" y="1344168"/>
            <a:ext cx="14934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28086" y="1344168"/>
            <a:ext cx="1493476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Priority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3504" y="172821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interface compression (4-mon…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88420" y="172821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(+$4.8–8M ARR, win rate recovery)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3336" y="172821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(team in place, 30% already on…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58253" y="172821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(Clearwater consolidating; 6-m…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3169" y="172821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(core of AI-first strategy)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28086" y="172821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**#1 — Must Do**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220370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6-client design partner program 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88420" y="220370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(quality gate; prevents credib…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3336" y="220370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(customer interest exists; CSM…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58253" y="220370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(must run in parallel with LLM…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3169" y="220370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(AI-first positioning requires…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8086" y="220370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**#2 — Must Do**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" y="267919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Insurance vertical pod build-out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88420" y="267919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H (+$3–5M ARR in 12 months; high…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773336" y="267919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(requires redeployment, 90-day…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8253" y="267919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(IFRS 9 deadlines create 2026 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3169" y="267919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(compliance depth is directly …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28086" y="267919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**#3 — Must Do**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03504" y="315468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Discount governance and deal desk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88420" y="315468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(arrest 10–15% realized price 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73336" y="315468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(CRM config + process; no tech…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8253" y="315468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(each quarter of delay is marg…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43169" y="315468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(required for pricing strategy…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28086" y="315468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**#4 — Must Do**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3630168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analysis program (last 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88420" y="3630168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(informs product roadmap and s…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73336" y="3630168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(3-week project; external sale…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358253" y="3630168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(must complete before Q3 LLM s…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43169" y="3630168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(provides evidence base for al…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28086" y="3630168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**#5 — Must Do**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03504" y="410565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Starter packaging (re…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88420" y="410565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(reduces 6% gross churn; prote…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773336" y="410565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(requires packaging decision a…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58253" y="410565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(churn is gradual; 12-month wi…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943169" y="410565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(defensive move; not on the gr…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28086" y="4105656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**#6 — Should Do**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03504" y="458114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M&amp;A readiness / data room build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2188420" y="458114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(exit is a board-level objecti…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773336" y="458114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(CFO-led; no tech dependency)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358253" y="458114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(no active buyer conversation 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43169" y="458114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(parallel track, not core stra…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528086" y="4581144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**#7 — Should Do**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48640" y="5010912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3504" y="505663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Basel IV and DORA compliance mod…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2188420" y="505663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(renewal retention for Tier 1 …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773336" y="505663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(engineering already has regul…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358253" y="505663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(DORA effective Jan 2025; Base…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943169" y="505663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(core compliance identity; tab…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528086" y="5056632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**#8 — Should Do**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48640" y="5486400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3504" y="553212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Full real-time streaming replatform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88420" y="553212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 (closes fundamental competitiv…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773336" y="553212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 (18+ months; $15M+; team capac…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358253" y="553212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 (T+1 is not disqualifying for …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43169" y="553212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 (necessary eventually; prematu…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528086" y="5532120"/>
            <a:ext cx="1493476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**#9 — Defer**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Priority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Phase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Initiative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Milestone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Win/loss analysis program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 + external consultant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Findings delivered by week 4; LL…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Engineering squad reorg (LLM, Co…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CTO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Squads stood up; OKRs published;…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Discount governance and deal desk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 + CFO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Deal desk live in CRM; all AEs b…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1–2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M&amp;A readiness / data room skeleton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CFO + financial advisor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Banker engaged; preliminary buye…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584448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1–4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377107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LLM interface compression sprint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50711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CPO + LLM Squad lead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315" y="3630168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5-gate launch readiness review a…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059936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3504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77107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Insurance pod launch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50711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VP Sales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24315" y="410565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 AEs redeployed; first 5 insura…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535424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2–4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77107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Design partner program (6 clients)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50711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Head of 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24315" y="458114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6 accounts onboarded in LLM beta…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010912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3504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77107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Starter packaging dec…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150711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CPO + CFO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924315" y="505663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Pricing model approved; CS proce…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486400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03504" y="553212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Month 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77107" y="553212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Basel IV / DORA module updates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150711" y="553212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Compliance Engine Squad lead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24315" y="553212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Module updates released to all T…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Kill 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Prism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Initiative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Reason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Revisit Trigger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Full real-time streaming replatform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$15M+ cost; 18+ month timeline; 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ARR reaches $65M AND a new $20M+…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APAC market entry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 validated demand; requires re…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Post-exit or post-Series D; or i…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Portfolio risk dashboard refresh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Not a buying driver; Bloomberg a…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A major Tier 1 client escalates 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Wealth management new logo inves…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E05A6B"/>
                </a:solidFill>
                <a:latin typeface="Calibri"/>
              </a:rPr>
              <a:t>ACV ceiling too low; right-to-wi…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WM segment consolidation creates…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Prism Analytics · 2026-06-18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