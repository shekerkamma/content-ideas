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Strategic Options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How should Prism Analytics stabilize growth deceleration (42% → 14%) and reach profitability or a credible exit position within 18–24 months given $2.1M/mo burn and 18 months of runway?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Upside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Must Be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— Accelerate LLM Interface ("A…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Compress LLM launch from 6 month…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Re-ignites growth story; low inc…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recovery not guaranteed…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materially acceler…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 — Full Real-Time Replatform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Pause new product launches; inve…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Closes fundamental capability ga…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Consumes remaining runway; delay…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approves bridge financing;…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 — Vertical Contraction + Margi…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Exit regional bank segment; conc…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Stabilizes runway to 30+ months;…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Sacrifices $18M+ of addressable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Regional bank churn can be manag…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 — Strategic Sale / Acqui-Hire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Proactively run an M&amp;A process 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Clean exit; team protected; boar…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Likely at 3–4× ARR given growth 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credible buyer exists at ≥3.5×…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 — Fintech Platform Partnership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OEM or embed Prism's compliance 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Recurring revenue with low CAC;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Execution distraction; partner c…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tier-1 partner is interested; 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 — LLM Accelerate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 — Replatform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 —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 — Strategic 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 — OEM Partner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Addresses growth deceleration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(delayed)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N/A (exit)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Capital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(~$2M)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Very Low ($15M+)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Time to revenue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(4–6 months)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Very Low (18+ months)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(12 months)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N/A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(12–18 months)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Preserves exit optionality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Completes exit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Execution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Board / investor alignment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2573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1642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0711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9780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if priced right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849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2494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Option A as primary play, with Option D kept live as a parallel track. Accelerate the LLM interface to a Q3 2026 launch; reposition as "AI-first compliance intelligence" to arrest win-rate decline and generate a renewed growth narrative. Use the 6-month LLM window to win 15–20 new logos, lifting ARR toward $55M. At the $55M ARR mark (or if Q3 win rates do not recover to ≥40%), run a structured M&amp;A process in parallel. Option C (contraction) is a fallback if burn cannot be reduced without strategic action. Option B (full replatform) is deferred until ARR reaches $65M and a new financing round is closed.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Next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Confirm LLM interface beta user NPS and time-to-insight metrics within 30 days (current 6-month timeline vs. compress…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Run win/loss analysis on last 20 losses to quantify how many cited real-time capability vs. general product gaps vs.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Commission 10 buyer interviews (regional bank CROs) to test willingness to pay for an AI-query layer on top of T+1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Get a banker's preliminary read on M&amp;A interest at 3.5–4.5× ARR before committing to Option A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