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05 / RISK &amp;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Strategic Risk Register — 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Strategy Under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Accelerate the LLM natural language query interface by 2 months (targeting GA in Q4 2026), reposition Prism Analytics as "AI-first compliance intelligence," deploy 4 additional sales engineers to convert the $28M qualified pipeline, and defer full real-time replatforming until ARR reaches $65M. Total incremental investment: $3.2M. Target outcome: $62M ARR by end of FY2026, win rate restored to 42%, NRR back above 110%.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Risk Register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2573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Likelihood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642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0711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9780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48849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Trigger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interface ships late or with…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2573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Critical — delays competitive re…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Dedicate 18 engineers exclusivel…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9780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849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Two or more sprint slippages in 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Clearwater Analytics accelerates…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2573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Medium–High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1642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— removes differentiation b…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Soft-launch LLM interface to 10–…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CEO + VP Sales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849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Clearwater public product announ…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NRR continues to erode during th…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52573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1642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— NRR at 104% leaves no mar…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0711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Assign dedicated CSM coverage to…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9780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Chief Customer Officer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849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Monthly gross churn exceeds 0.6%…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$3.2M investment is insufficient…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52573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1642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 — runway of 18 months at 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0711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Gate $3.2M in two tranches: $1.8…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9780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CFO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8849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Monthly burn exceeds $2.5M for a…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Regulatory environment shifts — 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52573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Low–Medium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1642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 — 41% of revenue from reg…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50711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Retain outside regulatory counse…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99780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Chief Compliance Counsel + CPO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48849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OCC, Fed Reserve, or FASB issues…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Highest-Risk Assumptions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**LLM accuracy is sufficient for compliance use cases at GA.** The strategy assumes that the natural language que…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1907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**Win-rate recovery is primarily an AI perception gap, not a product gap.** The hypothesis is that the 16-point w…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969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**18-month runway is a hard floor, not a buffer.** The strategy operates at $2.1M/mo burn with 18 months of runwa…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5603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**The $28M pipeline converts at ≥20% within FY2026.** The target ARR of $62M requires approximately $14M in net 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Contingency 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If the LLM interface slips beyond Q4 2026: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Immediately activate a "NLP-powered compliance copilot" limited release to design partners only, positioning the part…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4825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Redirect 2 of the 4 new sales engineers to defending the renewal base rather than new logo pursuit.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If Clearwater announces a competing AI feature before Prism's GA: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7121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Accelerate the design-partner announcement; release anonymized benchmark data showing Prism's compliance accuracy adv…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21868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Brief the top 20 accounts personally before the public response.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If NRR falls below 100% in any single quarter: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0416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Trigger an emergency churn war-room led by the CEO; personally engage the three largest at-risk accounts.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3891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Pause new-logo sales engineer deployment and redirect headcount to retention.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09744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If the Board moves toward strategic sale before ARR reaches $65M: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21208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Prepare a data room structured around the LLM-differentiated vision and $28M pipeline; position Clearwater, SS&amp;C, or 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