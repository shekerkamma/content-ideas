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Portfolio Review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Portfolio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This review covers Prism Analytics' four customer vertical segments (Tier 1 Banks, Regional Banks, Insurance, Wealth Management) and three product capability areas (Compliance Reporting Engine, Portfolio Risk Dashboards, LLM Query Interface) as the investment allocation decision. Excluded: geographic expansion (not yet in scope), potential M&amp;A targets (covered separately). The decision question is: where should Prism concentrate engineering, sales, and customer success resources over the next 12 months to maximize ARR recovery and exit positioning?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Evaluation Matrix — Customer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Attractiveness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Right To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Tier 1 Banks (32% ARR, ~$15.4M)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regulatory complexit…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low churn; highest ACV; l…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compliance depth, au…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Bloomberg does not compet…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**Invest** — prioritize AE cover…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Regional Banks (41% ARR, ~$19.7M)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CECL + DFAST need is re…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 — highest churn source (6…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CECL provisioning is a co…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SS&amp;C Axiom incumbency;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**Fix** — introduce Compliance S…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(18% ARR, ~$8.6M)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IFRS 9 + ORSA adoption ac…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low churn; growing cohort…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ECL calculation and inves…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limited specialist compet…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**Invest** — add 1 dedicated ins…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Wealth Management (9% ARR, ~$4.3M)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portfolio risk attribut…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Medium — stable but slow-growing…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product designed for ba…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— Orion, Addepar, and BlackR…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**Maintain / Harvest** — retain 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Evaluation Matrix — Product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Attractiveness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Right To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Reporting Engine (Bas…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regulatory deadlines…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9 years of IP; 140 c…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core identity; prima…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depth of regulatory cover…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**Protect and deepen** — continu…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Portfolio Risk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useful feature; not a 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Medium — used but not loved; low…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— complements compliance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— Bloomberg, FactSet, and Cl…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**Hold** — maintain current feat…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Query Interface (6 months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AI-native query is 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Not yet live — design partner NP…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— natural language com…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if launched credibly — Clea…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**Accelerate** — compress to 4-m…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Allocation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Resource Implication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Shift 2 enterprise AEs from Weal…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has 2× the ACV potenti…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Redeploy 2 AEs + 1 SE from WM to…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Redirect 25% of platform enginee…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LLM interface is the highest-val…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~22 engineers temporarily shifte…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Freeze new logo pursuit below $1…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Sub-$150K accounts represent dis…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Free up 1 SMB-focused AE for red…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Invest in 3 Tier 1 bank "lightho…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Reference-able AI-compliance use…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Assign 2 senior CSMs exclusively…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Pause Portfolio Risk Dashboard f…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differentiation; does not dr…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Saves ~4 FTE-quarters of enginee…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Decisions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**Confirm wealth management as a harvest segment** — requires CEO and board alignment; signals a narrowing of TAM…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**Approve the 25% engineering reallocation to LLM delivery** — requires CTO commitment to a time-boxed sprint mod…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**Set a regional bank ACV floor of $150K for new logo pursuit** — requires VP Sales to update quota structures an…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