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03 / STRATEGIC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Pricing Strategy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Pricing 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Increase price realization and NRR from 104% toward 112% while using the LLM interface launch as a packaging lever to capture premium pricing in Tier 1 bank and insurance segments, without triggering churn acceleration in the regional bank 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Diagnosis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NRR decay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112% → 108% → 104% over 3 years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Expansion revenue is shrinking f…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Each 100bps NRR decline costs ~$…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Discount leakage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 down from 47% to 31%; $…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Sales team discounting defensive…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Estimated 10–15% average discoun…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Gross churn concentration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6% gross churn (mostly smaller r…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Price-to-value mismatch for sub-…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~$2.9M ARR at risk annually from…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Flat packaging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Single-tier enterprise license; 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interface launch has no pric…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Missed $8–15M premium pricing op…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Competitive anchoring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7107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Bloomberg Terminal at $25–50K/se…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0711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Prism positioned below Clearwate…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315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 erodes further as Clear…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Segment Price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Value Driver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WTP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Pricing Move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Tier 1 Banks (32% of ARR, ~$15.4M)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BCBS 239 / Basel IV automated re…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$500K–$1.2M ACV ceiling; value i…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Introduce "Compliance Intelligen…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Regional Banks (41% of ARR, ~$19…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CECL provisioning + DFAST stress…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$150K–$350K ACV; value is exam r…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Hold current ACV; offer LLM add-…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Insurance (18% of ARR, ~$8.6M)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IFRS 9 ECL calculation + ORSA re…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$400K–$700K ACV; value is actuar…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Price insurance segment separate…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Wealth Management (9% of ARR, ~$…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Portfolio risk attribution; clie…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$250K–$400K ACV; lower regulator…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Maintain; add LLM-powered client…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Recommended 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1.  **Launch a three-tier packaging architecture at LLM interface go-live (Q3 2026):** Core (T+1 analytics, current p…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2.  **Install a discount governance floor immediately:** Set a 12% maximum discount without VP-of-Sales approval; 15%…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3.  **Run a cohort-based renewal repricing for Tier 1 bank customers up for renewal in the next 6 months:** Offer a 3…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4.  **Introduce a "Compliance Starter" packaging for regional banks under $150K ACV:** Simplified CECL-only module at…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88336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5.  **Reframe competitive positioning away from Bloomberg on price:** Bloomberg is a seat-based market data tool; Pri…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Risks and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Risk 1 — Tier 1 accounts resist premium tier at renewal. Mitigation: Pilot with 3 Tier 1 accounts in Q3 2026 before full rollout. If fewer than 2 of 3 accept Intelligence tier, revisit price point before Q4 renewals.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9424"/>
            <a:ext cx="11094415" cy="11521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Risk 2 — Regional bank churn accelerates on Starter packaging transition. Mitigation: Offer a 12-month price protection guarantee on existing regional bank contracts before repricing. Monitor churn in the 6 months post-launch; halt Starter repricing if gross churn exceeds 8%.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1094415" cy="115214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Risk 3 — Discount governance creates sales friction and slows already-long cycles. Mitigation: Build a fast-track deal desk for sub-$400K ACV deals (48-hour turnaround). Provide sales with a pre-approved "competitor response" discount playbook capped at 10% for Clearwater competitive situations.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0016"/>
            <a:ext cx="11094415" cy="87782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Pilot design: Run the Intelligence tier pricing test with 5 new-logo deals in Q3 2026 before embedding in all contracts. Measure: attach rate, sales cycle impact, and win rate vs. Clearwater in those deals.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