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01 / DIAGNOSIS &amp;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Situation Assessment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Executive 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Prism Analytics is a financially mature B2B FinTech SaaS with a defensible regulatory compliance product but a growth engine that is decelerating faster than the market. ARR reached $48M on the back of strong institutional expansion, but the growth rate has collapsed from 42% to 14% in three years — a 28-point drop that market conditions alone cannot explain. NRR at 104% signals the expansion motion is eroding and net retention is barely covering gross churn. The loss of a $1.2M TCV deal to Clearwater Analytics three months ago is not an outlier — it is a leading indicator of what happens when an AI-native competitor with 55% growth enters the same RFP as a batch-processing incumbent. With 18 months of runway, $2.1M monthly burn, and a board demanding either profitability or a strategic sale, Prism faces a forced strategic choice: accelerate to AI parity, harvest cash flow and exit, or find a defensible niche narrow enough to own. The LLM natural language interface (6 months from launch) is the most credible near-term wedge — but only if it is positioned and landed before Clearwater makes it table stakes.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Fact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Revenue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$48M ARR; 42% (2023) → 28% (2024…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Structural deceleration beyond 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Net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112% (2023) → 108% (2024) →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Expansion motion weakening; upse…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Gross churn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6%, concentrated in smaller regi…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Smaller clients churning first i…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Medium-High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Competitive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$1.2M TCV lost to Clearwater 3 m…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($180M ARR, 55% growt…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31% (down from 47% two years ago)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16-point drop in win rate over 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Product 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07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Python/SQL batch, T+1 data; LLM 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0711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T+1 latency is acceptable for re…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315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Cash position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7107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$2.1M/mo burn; 18 months runway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0711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margin for a long replatformi…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24315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010912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allocation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77107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235 employees; 60% platform, 30%…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0711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Significant LLM investment under…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24315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Momentum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ARR growth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Declining (42% → 14%)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Three consecutive years of decel…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Declining (47% → 31%)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Deal loss rate is accelerating,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Declining (112% → 104%)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Approaching the 100% danger zone…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Approaching (6 months)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Potential reframe from "legacy b…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Accelerating (55%, $180M ARR)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Best-in-class AI-native competit…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Sales 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1642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Stable at 8–14 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9780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Long cycle limits ability to cou…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Strategic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Growth deceleration is outpacing market — the T+1 batch architecture and absence of real-time data is increasingl…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The Clearwater loss and 16-point win rate drop signal that Prism's current product position is no longer sufficie…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The board is forcing a binary decision (profitability OR strategic sale) that the current $2.1M burn and 18-month…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 NRR at 104% and 6% gross churn are not crisis levels today, but the trajectory — if extrapolated — produces a net…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Open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What % of the 31% win rate losses cite real-time/streaming capability as the primary reason versus AI analytics featu…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Is the 6% gross churn concentrated in accounts below $150K ACV, and if so, what is the NRR for the Tier 1 bank cohort…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What is the LLM interface's minimum viable positioning — query-based natural language on regulatory reports, or portf…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Has the board defined quantitative thresholds for "path to profitability" (e.g., breakeven by Q4 FY2027) or is the bu…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883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Are there inbound M&amp;A signals from likely acquirers (SS&amp;C, Moody's, Bloomberg, FIS) and at what ARR multiple — this 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