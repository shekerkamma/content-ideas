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One implementation-ready AI engineering use case per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Built from the source framework PDF, prior GBrain-derived artifacts, and current OpenHands primary documentation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657600" cy="35661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SELECTED LANES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0040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Manufacturing: predictive maintenance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Law firms: contract generation and review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Healthcare: patient intake and eligibility verification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Marketing agencies: reporting dashboard and SEO 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27632"/>
            <a:ext cx="7040880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810512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DECK EXISTS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121408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The PDF is strongest when translated into concrete implementation slides, not left as a broad industry scan.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Each lane already has a workflow trigger, an action system, and an MCP-friendly integration posture.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OpenHands supplies the reusable orchestration model across all four industries.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605272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Skill chain: GBrain Recall -&gt; content-research -&gt; industry-research-analysis-branded-deck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INDUSTRY 01  · MANUFACTURING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Predictive Maintenance 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Reactive maintenance drives visible downtime and expensive interventions.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Plants need condition-based alerts tied to planner workflows, not another standalone model demo.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Operational trust depends on explainability and SAP work-order follow-through.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Fuse sensor data, anomaly detection, and RUL estimation in one orchestrated flow.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Trigger planner-ready SAP PM work orders through MCP-connected systems.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Start with one asset family before wider rollout.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$5K-10K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Revenue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PdM 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40%+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Speedup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Sensor data enters via MQTT or OPC-UA and is normalized for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OpenHands agents call PdM and SAP-connected MCP tools to detect, explain, and route issues.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Critical findings become planner-ready work orders and operator summaries.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planner console + maintenance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OpenHands conversation and agent 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sensor streams, asset history, failure patterns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SAP PM work orders, alerts, 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SYSTEMS: MQTT · OPC-UA · PdM MCP · SAP PM · historian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USERS: maintenance planner · reliability lead · plant ops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IMPLEMENTATION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96012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PDF framework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1161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Identifies predictive maintenance as the highest-value manufacturing lane.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17830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OpenHands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98424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Supplies the reusable agent, plugin, and MCP orchestration primitives.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0604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SAP PM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80720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Acts as the action system for work orders and maintenance execution.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42900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Plant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63016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Starts with one critical asset family and one workflow owner.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INDUSTRY 02  · LAW FIRMS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Contract Generation &amp; Review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Drafting and review consume high-value lawyer time on repeatable contract patterns.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Jurisdiction rules, approvals, and signature flow create fragmented tool usage.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Risk review needs traceable findings, not opaque one-shot AI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Orchestrate template fill, clause review, and research across MCP services.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Use specialized generation, review, and research agents.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Keep outputs in DOCX and memo formats with review gates.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$3K-5K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Revenue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Template 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Review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Client intake identifies agreement type and required fields.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Generation, review, and legal research agents call MCP-connected tools in sequence.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Approved output moves into DocuSign and matter-management workflows.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matter intake + review workspace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OpenHands skill and agent chain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templates, clauses, jurisdiction rules, matter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DOCX output, redlines, signature routing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SYSTEMS: Open Agreements · DocuSign · legal research MCP · Clio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USERS: associate · partner · legal ops · billing lead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IMPLEMENTATION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96012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PDF framework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1161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Positions contract generation and review as the clearest legal wedge.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17830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OpenHands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98424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Packages multi-agent review and reusable skills cleanly.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0604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Template systems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80720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Provide repeatable starting points instead of blank-document generation.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42900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Firm stakeholders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63016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Need auditable review outputs and approval controls.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INDUSTRY 03  ·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Patient Intake + Insurance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Front-desk teams still rekey intake data and chase payer eligibility manually.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Patient experience drops when verification and reminders break across systems.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HIPAA makes deployment discipline non-negotiable.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Automate intake validation, EHR writeback, eligibility checks, and reminders.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Keep PHI inside the customer-controlled workflow boundary.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Escalate failed verification and consent exceptions.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$3K-5K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Revenue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FHIR R4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Primary system standard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24h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Reminder workflow anchor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Patient intake data is validated and written into a FHIR-compatible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Eligibility and scheduling calls run through MCP-connected services with exception routing.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Confirmed appointments trigger reminders and post-visit claim workflow preparation.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patient intake + staff exception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OpenHands workflow and policy skills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patient profile, payer data, consent 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EHR updates, SMS, bookings, claims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SYSTEMS: FHIR APIs · payer eligibility · Twilio · scheduling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USERS: front desk · practice manager · billing staff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IMPLEMENTATION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96012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PDF framework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1161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Frames intake and eligibility as the first healthcare automation wedge.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17830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OpenHands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98424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Supports policy-aware orchestration and repeatable workflow packaging.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0604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FHIR stack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80720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Keeps the EHR interaction on standards-based interfaces.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42900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Practice teams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63016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Need exception handling more than full end-to-end autonomy.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INDUSTRY 04  ·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Automated Reporting Dashboard + SEO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Analysts manually consolidate GA4, Search Console, ads, and CMS outputs every reporting cycle.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SEO recommendations often stall between audit, content, and publishing teams.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Agencies need repeatable client delivery, not bespoke weekly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Run reporting and SEO workflows through headless execution and MCP-connected APIs.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Combine data collection, narrative generation, and publication support in one repeatable run.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Use the lane as a low-friction proof of the delivery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$2K-4K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Revenue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Core systems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Headless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Execution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Campaign and SEO data is pulled from analytics, search, ads, and CMS systems.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OpenHands assembles the reporting narrative and SEO recommendations through scheduled runs.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Output is published as a branded report and routed to client or content workflows.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client report + SEO work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OpenHands headless reporting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GA4, GSC, Meta, CMS, content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reports, recommendations, drafts, updates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SYSTEMS: GA4 · Search Console · Meta Ads · WordPress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USERS: account manager · analyst · SEO lead · content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IMPLEMENTATION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96012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PDF framework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1161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Shows the most lightweight services implementation path.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17830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OpenHands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98424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Adds scheduled execution and reusable workflow packaging.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0604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Agency operators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80720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Value consistency, speed, and white-label delivery.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42900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Client teams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63016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See faster reporting and clearer action follow-through.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The shared architecture is OpenHands-first, MCP-connected, and system-of-record aware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Implementation pattern verified against current OpenHands docs and applied consistently across all four 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OPENHANDS IMPLEMENTATION PRIMITIVES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Plugins package skills, hooks, MCP servers, agents, and commands as one reusable vertical bundle.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Agent integrations use `mcp_config`, and MCP tools are discovered automatically during initialization.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Conversation manages lifecycle, state orchestration, workspace coordination, and runtime services.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CLI MCP flow is straightforward: add servers, start OpenHands, inspect `/mcp`, then use enabled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600200"/>
            <a:ext cx="6035040" cy="20574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783080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CROSS-INDUSTRY PACKAGING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084831"/>
            <a:ext cx="557784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•  One plugin per industry lane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•  Domain skill set per workflow family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•  MCP connectors for the action systems already in use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•  Headless runs for scheduled delivery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•  Human gates where compliance requires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3794760"/>
            <a:ext cx="6035040" cy="192024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395020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RECOMMENDED BUILD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224528"/>
            <a:ext cx="557784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40" b="0" i="0">
                <a:solidFill>
                  <a:srgbClr val="0A1628"/>
                </a:solidFill>
                <a:latin typeface="Calibri"/>
              </a:rPr>
              <a:t>•  1. Manufacturing for strategic depth and enterprise wedge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40" b="0" i="0">
                <a:solidFill>
                  <a:srgbClr val="0A1628"/>
                </a:solidFill>
                <a:latin typeface="Calibri"/>
              </a:rPr>
              <a:t>•  2. Law for strong open-source readiness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40" b="0" i="0">
                <a:solidFill>
                  <a:srgbClr val="0A1628"/>
                </a:solidFill>
                <a:latin typeface="Calibri"/>
              </a:rPr>
              <a:t>•  3. Healthcare for guarded workflow automation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40" b="0" i="0">
                <a:solidFill>
                  <a:srgbClr val="0A1628"/>
                </a:solidFill>
                <a:latin typeface="Calibri"/>
              </a:rPr>
              <a:t>•  4. Marketing for the fastest repeatable services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