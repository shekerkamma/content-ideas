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0"/>
            <a:ext cx="164592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645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REVIEWED CAPABILITY DEMONSTRATOR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52 Agentic Opportunity
Blueprints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14173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92354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F7F1"/>
                </a:solidFill>
                <a:latin typeface="Calibri"/>
              </a:rPr>
              <a:t>Implementation-ready architecture, economics, QA, and deployment paths across 52 use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52 reviewed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0 draft-level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10-part blueprint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52 blueprints now form a demonstrator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4415" cy="62179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35608"/>
            <a:ext cx="1069207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BLUF: the market is not buying a concept. It is buying a repeatable pattern for showing solution architecture, economics, and deployment readiness on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2651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52 use cases are now reviewed and implementation-reviewed.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Each blueprint carries the same 10-part structure.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run is now a content library with evidence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834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3834" y="2103120"/>
            <a:ext cx="73152" cy="2651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8426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8426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winning artifact is not a list of ideas.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It is a capability demonstrator buyers can inspect.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pattern is reusable across clusters.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8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9028" y="2103120"/>
            <a:ext cx="73152" cy="2651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620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620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the summary layer to drive branded deck conversion.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 with the repeatable operating model.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appendix for the 52-case proof 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4807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41848"/>
            <a:ext cx="34381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reviewed blueprints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9834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4983480"/>
            <a:ext cx="73152" cy="822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14807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5641848"/>
            <a:ext cx="34381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implementation-reviewed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983480"/>
            <a:ext cx="27432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4983480"/>
            <a:ext cx="73152" cy="822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1480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641848"/>
            <a:ext cx="25237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draft-level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10-part stack is the repeatable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Pattern, not one-off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36776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6002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18488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Find the problem-solution fit and manual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636776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691640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16002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30-day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18488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Constrain the wedge and the rollout.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95144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295144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2423160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478024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38658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04872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actual architecture.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295144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2295144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45352" y="2423160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478024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238658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Build vs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404872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system of record, build the wedge.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081528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081528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3209544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26440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317296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191256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cost per action and payback.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3081528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081528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45352" y="3209544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326440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5976" y="317296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Competitor teardown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191256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Name the incumbent and the gap.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867912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867912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3232" y="3995928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050792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395935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Acceptance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977640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Make the scope testable.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0760" y="3867912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3867912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45352" y="3995928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4050792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5976" y="395935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Data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3977640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source-of-truth flow.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654296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65429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13232" y="4782312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837176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" y="474573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Deployment sequencing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4764024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Prove the path to launch.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4654296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0760" y="4654296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45352" y="4782312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4837176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65976" y="474573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Iteration plan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4764024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post-launch motion.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blueprints cluster into six repeatable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Cluster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Customer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4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834" y="141732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Risk /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8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9028" y="1417320"/>
            <a:ext cx="73152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Finance / revops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Pricing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Commission Disputes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Forecasting / Predictive 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73152" cy="17373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Docs /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 Summarization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834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3834" y="342900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8426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Commercial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8426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/ Creative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Orchestration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9028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9028" y="342900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Operations / supply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Rerouting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Reconciliation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Customer ops is the clearest proof of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High-volume, deterministic, outcome-priced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7947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502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5204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buyer keeps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Zendesk / Intercom / Genesys / CCaaS remain systems of record.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sit on top as the resolution layer, not the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0876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618488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wedge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947672"/>
            <a:ext cx="24688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Resolve routine issues faster.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Draft wrap-up notes.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Reduce handle time and queue friction.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09744"/>
            <a:ext cx="10655503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Representative proof: attach to existing support systems, automate 2-3 deterministic workflows, and price against verified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Risk and compliance make the trust wedge obvious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High-stakes, human-reviewed, audit-friendly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26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08760"/>
            <a:ext cx="73152" cy="29260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not to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947672"/>
            <a:ext cx="338328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replace regulated vendors on day one.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remove human signoff.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hide evidence or provenance.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18488"/>
            <a:ext cx="27249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agent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947672"/>
            <a:ext cx="274320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Assemble packets.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Cross-check policy against evidence.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 an auditable recommendation.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Document-heavy work becomes operating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Extraction, synthesis, and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 Summarization / Drafting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Legal / Tax Document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Read the source artifacts.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Extract with provenance.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Push validated outputs into the system of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create a new database of record.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hide citations.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review and approval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Commercial growth needs speed with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Generate, personalize, and route without losing brand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 / Sales Consultant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and Creative Generation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 Content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Campaign Orchestration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Data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749039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618488"/>
            <a:ext cx="3456431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wedge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947672"/>
            <a:ext cx="3474719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 many variants.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brand and CRM context live.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Measure edit rate and conversion lift.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sell generic prompt help.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ignore source truth.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detach the content loop from revenue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Operations workflows reward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Dispatch, reroute, and resolve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Quote and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Forecasting and Re-routing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 Resolution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Inventory 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Maintenance Ticket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ERP / TMS / PMS in place.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Automate the exception path.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Turn alerts into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Shorter turn time.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manual coordination.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Better adherence to SLA / routing / response policies.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Product and engineering prove the operator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They show the platform can sit on top of the work, not just inside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Code Assistant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Enterprise Knowledge Search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 Build / Migration Automation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Research and Insight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Understand the repo or corpus.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Trace the impact.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Draft the next safe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generic autocomplete pitch.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generic search pitch.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governed workflow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Customer ops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Support, contact center, messaging, and in-product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Help desk / CCaaS stays in place.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buyer still pays for human queues.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Bots become a resolution layer, not a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Verified resolutions.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handle time.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Fewer escalations and better QA.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Risk and compliance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Packets, evidence, and auditable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Vendors hold pieces of the workflow.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Humans stitch the packet together.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Review and signoff remain mandatory.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Fewer analyst minutes.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Cleaner audit trails.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rework on high-friction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Document-heavy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Extraction and synthesis with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 Summarization / Drafting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Legal / Tax Document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Source docs stay messy.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Structured systems are downstream.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Citations and review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field extraction.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Higher citation quality.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Less legal / ops rework.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Commercial growth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Content, personalization, and CRM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 / Sales Consultant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and Creative Generation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 Content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Campaign Orchestration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Data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Creative tools speed the editor.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tools capture activity.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brand context still needs a human.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More variants.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edit rate.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Higher conversion lift.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Operations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Dispatch, matching, routing, and reconciliation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Quote and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Forecasting and Re-routing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 Resolution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Inventory 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Maintenance Ticket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ERP / TMS / PMS stay put.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Exception handling is manual.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work breaks across email, chat, and 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turn time.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Fewer stuck tickets.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coordination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Product and engineering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Repo, corpus, and incident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Code Assistant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Enterprise Knowledge Search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 Build / Migration Automation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Research and Insight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Incumbent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repo or corpus is already owned.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search / code assistant is not enough.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Governance and traceability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of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answer time.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Safer PR prep.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context-switching.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Finance and revops need the decision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Discounts, disputes, reconciliation, and forecasts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Pricing Approvals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Commission Dispute Resolution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Financial Report 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Forecasting / Predictive 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749039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456431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wedge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474719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Read policy and source data.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Explain the decision or exception.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Reduce Slack threads and spreadsheet churn.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508760"/>
            <a:ext cx="28346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618488"/>
            <a:ext cx="25420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1947672"/>
            <a:ext cx="256032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Faster approval times.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Less month-end rework.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Better visibility into exceptions.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Every blueprint says the same thing about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Keep the incumbent record, build the wedge, avoid the 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2971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System of record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/ workflow backbone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human approvals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vendor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4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834" y="1600200"/>
            <a:ext cx="73152" cy="2971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agentic wedge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citation/provenance layer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review queue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deployment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8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9028" y="160020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Rebuilding a platform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Replacing the system of record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Generic assistant scope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Hidden autonomous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rollout is fast, bounded, and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 30-day proof that buyers can actually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2651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Pick one workflow and one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881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8819" y="1645920"/>
            <a:ext cx="73152" cy="26517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341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341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Attach the agent and validate the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899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8999" y="1645920"/>
            <a:ext cx="73152" cy="2651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Add review, approval, and rollback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17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179" y="1645920"/>
            <a:ext cx="73152" cy="2651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7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77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Prove the KPI and decide whether to expand.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right proof is not a generic demo. It is a bounded production slice with a reviewer, a rollback path, and a measurable outcome.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All 52 reviewed blueprints are represented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Reference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Conversational Support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HR Onboarding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KYC/AML Onboarding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Prior Authorization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AI Code Assistant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IT Service Desk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Threat Detection / SecOps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Legal Research &amp; Drafting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App Build / Migration Automation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Tenant Screening &amp; Underwriting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Claim Denial Management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Fraud and Risk Detection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Document AI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Financial Report Reconciliation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NL Analytics (text-to-SQL)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Forecasting / Predictive Ops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Legacy-IT Modernization (NL to SAP)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Audit &amp; Tax Document Synthesis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Messaging Channel Chatbot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AI Shopping / Sales Consultant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In-Product Owner Assistant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Brand and 3D Asset Generation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Vendor Catalog Enrichment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Video Generation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Deal Desk Pricing Approvals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Commercial Lease Abstraction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Clinical Trial Matching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Contact Center Agent Assist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Commission Dispute Resolution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Maintenance Ticket Orchestration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Bid RFP Response Automation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Loan Origination Underwriting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Enterprise Knowledge Search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HOA Compliance Violations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Returns / Refund Triage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Retail Inventory Reconciliation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Agentic Auto-remediation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Compliance and Audit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Ad and Creative Generation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CRM Data Hygiene Auto-Logging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Research and Insight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Dynamic Competitor Pricing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Influencer Campaign Orchestration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Doc Summarization / Drafting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Portfolio Rebalancing Reporting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Patient Intake Triage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Freight Quote and Routing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Travel Booking Planner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Supplier Dispute Resolution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Inventory Forecasting and Re-routing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Customs and Bill of Lading Extraction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Personalized Marketing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