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0"/>
            <a:ext cx="164592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0645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REVIEWED PORTFOLIO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932688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Whole Gamut of
Agentic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10128"/>
            <a:ext cx="141732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29584"/>
            <a:ext cx="92354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E0F7F1"/>
                </a:solidFill>
                <a:latin typeface="Calibri"/>
              </a:rPr>
              <a:t>A 10-skill operating system for turning market gaps into implementation-ready opportunity portfolios.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30368"/>
            <a:ext cx="3017520" cy="384048"/>
          </a:xfrm>
          <a:prstGeom prst="roundRect">
            <a:avLst>
              <a:gd name="adj" fmla="val 1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85232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52 reviewed opportunities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40" y="5230368"/>
            <a:ext cx="3017520" cy="384048"/>
          </a:xfrm>
          <a:prstGeom prst="roundRect">
            <a:avLst>
              <a:gd name="adj" fmla="val 1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5285232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10 skill prompts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5230368"/>
            <a:ext cx="3017520" cy="384048"/>
          </a:xfrm>
          <a:prstGeom prst="roundRect">
            <a:avLst>
              <a:gd name="adj" fmla="val 1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5285232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Whole-gamut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52 opportunities now form a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94415" cy="62179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35608"/>
            <a:ext cx="10692079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BLUF: the market is not buying isolated ideas. It is buying a repeatable operating system for deciding whether an opportunity is real, scoping it, architecting it, pricing it, validating it, and shipping it in 30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564026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269748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12848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60320"/>
            <a:ext cx="3289706" cy="2167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 no longer have sketches.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 have 52 reviewed opportunities.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Every one maps to the same 10-skill spine.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3834" y="2103120"/>
            <a:ext cx="3564026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3834" y="2103120"/>
            <a:ext cx="73152" cy="26974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8426" y="2212848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the buyer 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8426" y="2560320"/>
            <a:ext cx="3289706" cy="2167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decision flow they can show internally.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scope that can survive delivery.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portfolio that spans the whole gamut.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9028" y="2103120"/>
            <a:ext cx="3564026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9028" y="2103120"/>
            <a:ext cx="73152" cy="26974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3620" y="2212848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3620" y="2560320"/>
            <a:ext cx="3289706" cy="2167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skill prompts replace expensive discovery.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deck proves the operating model.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appendix proves coverage.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83480"/>
            <a:ext cx="3703320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73152" cy="822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48072"/>
            <a:ext cx="37033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B800"/>
                </a:solidFill>
                <a:latin typeface="Calibri"/>
              </a:rPr>
              <a:t>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41848"/>
            <a:ext cx="348386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opportunities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983480"/>
            <a:ext cx="3703320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4983480"/>
            <a:ext cx="73152" cy="8229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148072"/>
            <a:ext cx="370332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B800"/>
                </a:solidFill>
                <a:latin typeface="Calibr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5641848"/>
            <a:ext cx="348386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skill prompts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4983480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66760" y="4983480"/>
            <a:ext cx="73152" cy="8229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5148072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FFB800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5641848"/>
            <a:ext cx="2432304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draft-level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The 10 skills are the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The deck flow follows this spine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46623" cy="621792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82296" cy="6217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527048"/>
            <a:ext cx="310896" cy="219456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581912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508760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Problem-solution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527048"/>
            <a:ext cx="320634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Is the problem real?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417320"/>
            <a:ext cx="5446623" cy="621792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417320"/>
            <a:ext cx="82296" cy="6217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2735" y="1527048"/>
            <a:ext cx="310896" cy="219456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2735" y="1581912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6783" y="1508760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30-day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9551" y="1527048"/>
            <a:ext cx="320634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proves the hypothesis?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167128"/>
            <a:ext cx="5446623" cy="621792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167128"/>
            <a:ext cx="82296" cy="6217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4944" y="2276856"/>
            <a:ext cx="310896" cy="219456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331720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225856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276856"/>
            <a:ext cx="320634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stack actually ships?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6431" y="2167128"/>
            <a:ext cx="5446623" cy="621792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6431" y="2167128"/>
            <a:ext cx="82296" cy="6217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42735" y="2276856"/>
            <a:ext cx="310896" cy="219456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2331720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6783" y="225856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Build vs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9551" y="2276856"/>
            <a:ext cx="320634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should be custom?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916936"/>
            <a:ext cx="5446623" cy="621792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2916936"/>
            <a:ext cx="82296" cy="6217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4944" y="3026664"/>
            <a:ext cx="310896" cy="219456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3081528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3008376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ROI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026664"/>
            <a:ext cx="320634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Why does the buyer pay now?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6431" y="2916936"/>
            <a:ext cx="5446623" cy="621792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6431" y="2916936"/>
            <a:ext cx="82296" cy="6217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42735" y="3026664"/>
            <a:ext cx="310896" cy="219456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2735" y="3081528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6783" y="3008376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Competitors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9551" y="3026664"/>
            <a:ext cx="320634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Who blocks the sale?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666744"/>
            <a:ext cx="5446623" cy="621792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3666744"/>
            <a:ext cx="82296" cy="6217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4944" y="3776472"/>
            <a:ext cx="310896" cy="219456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" y="3831336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" y="3758184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Acceptance criteria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3776472"/>
            <a:ext cx="320634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counts as done?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6431" y="3666744"/>
            <a:ext cx="5446623" cy="621792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96431" y="3666744"/>
            <a:ext cx="82296" cy="6217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42735" y="3776472"/>
            <a:ext cx="310896" cy="219456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2735" y="3831336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6783" y="3758184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Data architecture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99551" y="3776472"/>
            <a:ext cx="320634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Where is the source of truth?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416552"/>
            <a:ext cx="5446623" cy="621792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4416552"/>
            <a:ext cx="82296" cy="6217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94944" y="4526280"/>
            <a:ext cx="310896" cy="219456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" y="458114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" y="4507992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Deployment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51760" y="4526280"/>
            <a:ext cx="320634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How do we launch safely?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96431" y="4416552"/>
            <a:ext cx="5446623" cy="621792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96431" y="4416552"/>
            <a:ext cx="82296" cy="6217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42735" y="4526280"/>
            <a:ext cx="310896" cy="219456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42735" y="458114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26783" y="4507992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1" i="0">
                <a:solidFill>
                  <a:srgbClr val="0A1628"/>
                </a:solidFill>
                <a:latin typeface="Calibri"/>
              </a:rPr>
              <a:t>Iteration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99551" y="4526280"/>
            <a:ext cx="3206343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improves after launch?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Skill #1 · Problem-Solution Fit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This replaces the diagnostic phase.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718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prompt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Who specifically has this problem?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When did they last face it and what did it cost?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are they doing today to work around it?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9718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Where the operator is sharper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Why would they switch?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Would they pay, and can we reach 100 in 30 days?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expect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65960"/>
            <a:ext cx="260604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decision memo.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scope artifact.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build-ready input.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 this skill before moving to the next one; each prompt tightens the build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Skill #2 · 30-Day Scope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This replaces the scope doc phase.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718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prompt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is the validated problem?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is the one thing the MVP must prove?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stays out of scope?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9718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Where the operator is sharper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realistic time budget exists?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are the 4 weekly milestones?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expect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65960"/>
            <a:ext cx="260604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decision memo.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scope artifact.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build-ready input.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 this skill before moving to the next one; each prompt tightens the build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Skill #3 · Tech Stack + Architecture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This replaces the architecture phase.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prompt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stack is boring and shippable?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is the database schema?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APIs and env vars are required?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9718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Where the operator is sharper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auth and integration choices are locked in?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forces reconsideration?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expect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65960"/>
            <a:ext cx="260604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decision memo.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scope artifact.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build-ready input.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 this skill before moving to the next one; each prompt tightens the build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Skill #4 · Build vs Buy Decision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This replaces the hidden SOW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718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prompt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For each feature: build, buy, or hybrid?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is the 3-year cost?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Where does lock-in matter?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9718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Where the operator is sharper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SaaS spend is avoidable?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is core to the moat?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expect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65960"/>
            <a:ext cx="260604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decision memo.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scope artifact.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build-ready input.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 this skill before moving to the next one; each prompt tightens the build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Skill #5 · MVP ROI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This is the buyer's payback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718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prompt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is the current-state cost?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is the monthly agent cost?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payback case is downside / base / upside?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9718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Where the operator is sharper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price can the buyer stomach?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If breakeven is too far out, kill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expect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65960"/>
            <a:ext cx="260604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decision memo.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scope artifact.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build-ready input.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 this skill before moving to the next one; each prompt tightens the build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Skill #6 · Competitor Product Teardown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This is the market 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718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prompt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Who are the 5-10 incumbents?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do they sell?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Where are they strong and weak?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9718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Where the operator is sharper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Which 2 are direct threats?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must we deliberately not build?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expect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65960"/>
            <a:ext cx="260604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decision memo.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scope artifact.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build-ready input.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 this skill before moving to the next one; each prompt tightens the build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Skill #7 · Acceptance Criteria + Test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This defines shipped.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prompt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are the user stories?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are the testable criteria?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are the edge cases?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9718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Where the operator is sharper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is out of scope for each feature?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How does QA verify it fast?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expect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65960"/>
            <a:ext cx="260604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decision memo.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scope artifact.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build-ready input.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 this skill before moving to the next one; each prompt tightens the build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Skill #8 · Data Architecture 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This is the data contract.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718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prompt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are the sources?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Where does each data domain live?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is the source of truth?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9718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Where the operator is sharper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analytics events exist from day 1?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are the guardrails?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expect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65960"/>
            <a:ext cx="260604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decision memo.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scope artifact.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build-ready input.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 this skill before moving to the next one; each prompt tightens the build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Skill #9 · Deployment Sequencing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This is the launch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718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prompt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must be true before deploy?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does staging look like?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is the smoke test?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9718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Where the operator is sharper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is the rollback path?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cannot fail silently?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expect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65960"/>
            <a:ext cx="260604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decision memo.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scope artifact.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build-ready input.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 this skill before moving to the next one; each prompt tightens the build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Skill #10 · Post-Launch Iteration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This is the 30-day operating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29718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prompt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are the 3 metrics?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counts as bugs vs quick wins?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gets built in week 2 and week 3?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6576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29718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3649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Where the operator is sharper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65960"/>
            <a:ext cx="338328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are the pivot signals?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What must not be added in week 1?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88036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29718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258775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What to expect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65960"/>
            <a:ext cx="2606040" cy="2441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decision memo.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scope artifact.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build-ready input.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55464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Use this skill before moving to the next one; each prompt tightens the build contract.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92608"/>
            <a:ext cx="11094415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All 52 reviewed opportunities are represented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44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Portfolio gamut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1737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Customer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74520"/>
            <a:ext cx="3289706" cy="1207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Conversational Support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Contact Center Agent Assist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Messaging Channel Chatbot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In-Product Owner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3834" y="141732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3834" y="1417320"/>
            <a:ext cx="73152" cy="1737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8426" y="1527048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Risk /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8426" y="1874520"/>
            <a:ext cx="3289706" cy="1207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KYC/AML Onboarding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Prior Authorization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and Audit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Fraud and Risk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9028" y="141732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9028" y="1417320"/>
            <a:ext cx="73152" cy="1737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1527048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Finance / revops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1874520"/>
            <a:ext cx="3289706" cy="1207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Deal Desk Pricing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Commission Dispute Resolution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Financial Report Reconciliation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Forecasting / Predictive 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2900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29000"/>
            <a:ext cx="73152" cy="173736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538728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Docs /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86200"/>
            <a:ext cx="3289706" cy="1207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Lease Abstraction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Bill of Lading Extraction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Document AI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Summarization / Drafting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3834" y="342900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3834" y="3429000"/>
            <a:ext cx="73152" cy="17373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8426" y="3538728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Commercial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8426" y="3886200"/>
            <a:ext cx="3289706" cy="1207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 Shopping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Ad / Creative Generation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Personalized Marketing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Influencer Orchestration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9028" y="3429000"/>
            <a:ext cx="3564026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79028" y="3429000"/>
            <a:ext cx="73152" cy="17373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3538728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Operations / supply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3886200"/>
            <a:ext cx="3289706" cy="1207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Freight 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Inventory Rerouting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Supplier Disputes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Retail Reconciliation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Opportunity Gamut · Skill-Spine Portfolio Deck · 2026-06-26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