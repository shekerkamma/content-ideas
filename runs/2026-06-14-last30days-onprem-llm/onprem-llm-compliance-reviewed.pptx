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ON-PREMISE LLM
FOR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5B6B7C"/>
                </a:solidFill>
                <a:latin typeface="Calibri"/>
              </a:rPr>
              <a:t>30-Day Community Signal  ·  Reddit · HN · GitHub  · 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447" y="3017520"/>
            <a:ext cx="18288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0D3B5E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00C9A7"/>
                </a:solidFill>
                <a:latin typeface="Calibri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4488" y="329184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0D3B5E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3383280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00C9A7"/>
                </a:solidFill>
                <a:latin typeface="Calibri"/>
              </a:rPr>
              <a:t>9,768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8" y="4023360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Reddit upvotes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329184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0D3B5E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0336" y="3383280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00C9A7"/>
                </a:solidFill>
                <a:latin typeface="Calibri"/>
              </a:rPr>
              <a:t>2,247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336" y="4023360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Reddit comments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Top communities: r/LocalLLaMA  ·  r/MachineLearning  ·  r/sysadmin  ·  HN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On-Premise LLM for Compliance  ·  Last 30 Days Signal  · 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F3B6E"/>
                </a:solidFill>
                <a:latin typeface="Calibri"/>
              </a:rPr>
              <a:t>What the Data Says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A government action changed the on-prem narrative more than any product launch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7621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576218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E31837"/>
                </a:solidFill>
                <a:latin typeface="Calibri"/>
              </a:rPr>
              <a:t>1,471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35762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#1: Fable 5 disabled by US Gov  →  'why we need local models'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7738" y="1508760"/>
            <a:ext cx="357621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7738" y="1600200"/>
            <a:ext cx="3576218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00C9A7"/>
                </a:solidFill>
                <a:latin typeface="Calibri"/>
              </a:rPr>
              <a:t>3,000 t/s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7738" y="2221992"/>
            <a:ext cx="35762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real-time inference on standard GPUs  ·  on-prem now viable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508760"/>
            <a:ext cx="357621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6836" y="1600200"/>
            <a:ext cx="3576218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2A83B"/>
                </a:solidFill>
                <a:latin typeface="Calibri"/>
              </a:rPr>
              <a:t>334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6836" y="2221992"/>
            <a:ext cx="35762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r/sysadmin: 'shadow vibe coder in my department'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11094415" cy="1371600"/>
          </a:xfrm>
          <a:prstGeom prst="roundRect">
            <a:avLst>
              <a:gd name="adj" fmla="val 6000"/>
            </a:avLst>
          </a:prstGeom>
          <a:solidFill>
            <a:srgbClr val="1F3B6E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17520"/>
            <a:ext cx="10454335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0" i="0">
                <a:solidFill>
                  <a:srgbClr val="FFFFFF"/>
                </a:solidFill>
                <a:latin typeface="Calibri"/>
              </a:rPr>
              <a:t>The community's framing: 'can be switched off by a third party' is now LIVED EXPERIENCE, not theory.
Sovereignty and model independence — not GDPR compliance — is the primary emotional driver.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Compliance and regulation are the business justification. Model sovereignty is the emotion that closes the deal.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On-Premise LLM for Compliance  ·  Last 30 Days Signal  · 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Five Posts. One Thesis. The Sovereignty Moment.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55767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E31837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81328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Fable 5 Disabled by US Gov  ·  1,471 pts / 489 cmt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92808"/>
            <a:ext cx="5199735" cy="1719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Title: 'Anthropic forced to abruptly disable Fable 5 &amp; Mythos 5 globally by US Gov over a jailbreak. This is exactly why we need local models.'
Top comment: 'Your ability to use AI tools depends entirely on Anthropic's ability and willingness to keep them running. A local model cannot be remotely disabled.'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417320"/>
            <a:ext cx="5455767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7287" y="1417320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5303" y="1481328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Friendly Reminder  ·  1,578 pts / 240 cmt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5303" y="1892808"/>
            <a:ext cx="5199735" cy="1719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Companion post: a reminder that Llama, Qwen, and Mistral exist and can be downloaded NOW as insurance against future cloud shutdowns.
Posted within hours of the Fable 5 ban. Community reaction: equal parts humor and genuine contingency planning.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58768"/>
            <a:ext cx="5455767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858768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922776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Download Local Model After Ban  ·  1,420 pts / 131 cmt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334256"/>
            <a:ext cx="5199735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'when fable gets banned but it's ok because you've about to download qwen3.7_67b'
The community treated this as both a meme and a genuine contingency playbook.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3858768"/>
            <a:ext cx="5455767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7287" y="3858768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303" y="3922776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Torrent Network for Open-Source Models  ·  886 pts / 142 cmt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303" y="4334256"/>
            <a:ext cx="5199735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'We should set up a torrent network for open source models' — distribution infrastructure that cannot be taken down.
This is serious engineering discussion, not protest.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On-Premise LLM for Compliance  ·  Last 30 Days Signal  · 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F3B6E"/>
                </a:solidFill>
                <a:latin typeface="Calibri"/>
              </a:rPr>
              <a:t>The Compliance Stack Is Crystallizing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Open-source tooling has converged on a repeatable VPC-isolated deployment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636443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2636443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2768"/>
            <a:ext cx="23804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ToTra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2380411" cy="1901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GDPR + EU AI Act gateway.
Handles data residency routing, consent audit logging, and high-risk AI decision audit trail (EU AI Act Art. 13).
Open-source. Appeared on HN this period.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963" y="1508760"/>
            <a:ext cx="2636443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67963" y="1508760"/>
            <a:ext cx="2636443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5979" y="1572768"/>
            <a:ext cx="23804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LiteLLM v1.89.0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5979" y="1984248"/>
            <a:ext cx="2380411" cy="1901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Routing + observability layer.
Actively deployed in private Kubernetes clusters. Single API, 100+ model providers, OpenAI-compatible endpoint.
Works with self-hosted models.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508760"/>
            <a:ext cx="2636443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7287" y="1508760"/>
            <a:ext cx="2636443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5303" y="1572768"/>
            <a:ext cx="23804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Ollama / vLLM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5303" y="1984248"/>
            <a:ext cx="2380411" cy="1901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Local inference.
Ollama: single-machine (dev laptops → small VMs).
vLLM: high-throughput GPU clusters.
Both serve OpenAI-compatible APIs — drop-in behind LiteLLM.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611" y="1508760"/>
            <a:ext cx="2636443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611" y="1508760"/>
            <a:ext cx="2636443" cy="384048"/>
          </a:xfrm>
          <a:prstGeom prst="roundRect">
            <a:avLst>
              <a:gd name="adj" fmla="val 4000"/>
            </a:avLst>
          </a:prstGeom>
          <a:solidFill>
            <a:srgbClr val="5B6B7C"/>
          </a:solidFill>
          <a:ln w="12700">
            <a:solidFill>
              <a:srgbClr val="5B6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627" y="1572768"/>
            <a:ext cx="23804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Open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627" y="1984248"/>
            <a:ext cx="2380411" cy="1901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Llama 3.x — Apache 2.0, enterprise-safe.
Qwen 3.7 — community favourite, strong quantized perf.
Mistral — EU-based, strong GDPR story.
All available as GGUF — runnable on standard GPU hardware.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60520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1F3B6E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89120"/>
            <a:ext cx="10454335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One architecture covers HIPAA, GDPR, SOC2, and EU AI Act:
VPC-isolated deployment  +  signed BAA  +  ToTra/LiteLLM gateway  +  GGUF model on GPU nodes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On-Premise LLM for Compliance  ·  Last 30 Days Signal  · 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Inference Economics: The On-Prem Cost Argument Is Winnable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HN: 'Real-time LLM Inference on Standard GPUs: 3k tokens/s per request'  ·  219 pts / 97 cmt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76218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8132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Hardware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892808"/>
            <a:ext cx="3320186" cy="1901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3,000 tokens per second per request on standard GPU.
At 3k t/s, a single A100 can serve ~90 concurrent 2k-token requests/minute.
GPU cloud spot pricing at this throughput is comparable to — or cheaper than — Anthropic/OpenAI API for high-volume workloads.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417320"/>
            <a:ext cx="3576218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7738" y="141732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5754" y="148132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Compliance Tax on Cloud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5754" y="1892808"/>
            <a:ext cx="3320186" cy="1901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Cloud API TCO includes:
• BAA negotiation + annual renewal
• EU → US data egress costs
• Vendor risk review for every cloud tool
• Shadow AI incident response overhead
Add these and on-prem TCO improves significantly.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417320"/>
            <a:ext cx="3576218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66836" y="141732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4852" y="148132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M3 MacBook Air Benchmarks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4852" y="1892808"/>
            <a:ext cx="3320186" cy="1901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Separate HN thread: viable LLM inference on M3 MacBook Air for 7B–13B models.
The barrier for on-prem proof-of-concept has dropped to a $1,500 MacBook.
You no longer need a $50,000 GPU server to prove the business case.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41648"/>
            <a:ext cx="357621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041648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105656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LLM Disagreement on Facts  ·  HN 505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517136"/>
            <a:ext cx="3320186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Frontier LLMs disagree on real-world fact-checks.
For HIPAA clinical decisions and SOC2 audit evidence, model pinning + hallucination testing are compliance requirements. On-prem enables both; cloud APIs do not.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041648"/>
            <a:ext cx="357621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07738" y="4041648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5754" y="4105656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PoC Cost Estimate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5754" y="4517136"/>
            <a:ext cx="3320186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1× A100 GPU instance (~$3/hr spot)
× 720 hours (30 days)
= ~$2,160 total PoC cost
Fully reproduces production compliance architecture at near-zero risk.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6836" y="4041648"/>
            <a:ext cx="357621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66836" y="4041648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4852" y="4105656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Incumbent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4852" y="4517136"/>
            <a:ext cx="3320186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Azure OpenAI + AWS Bedrock offer 'private deployment' — but data stays in THEIR VPC.
For HIPAA and EU AI Act high-risk categories, 'cloud-provider VPC' may still fail depending on BAA language.
True on-prem = customer-controlled hardware.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On-Premise LLM for Compliance  ·  Last 30 Days Signal  · 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F3B6E"/>
                </a:solidFill>
                <a:latin typeface="Calibri"/>
              </a:rPr>
              <a:t>Shadow AI: The Internal Driver That Gets Budgets Approved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r/sysadmin — not r/LocalLLaMA — is where enterprise on-prem conversations 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55767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2768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Shadow Vibe Coder  ·  r/sysadmin  ·  334 pts / 120 cmt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5199735" cy="1627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A sysadmin found a developer pasting proprietary code and PII into consumer ChatGPT.
The thread became a community playbook: how to detect shadow AI, how to enforce policy, and whether to block or channel the behaviour.
This is the incident that makes the CISO pick up the 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508760"/>
            <a:ext cx="5455767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7287" y="1508760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5303" y="1572768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Detecting AI Threats via Compliance API  ·  r/netsec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5303" y="1984248"/>
            <a:ext cx="5199735" cy="16276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Detecting AI-specific threats in Claude Enterprise via the Compliance API.
The defensive response: instrument the authorised AI tool to detect anomalous usage.
Implication: enterprises need both an approved tool AND audit/detection tooling to make that approval meaningful.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11094415" cy="2148840"/>
          </a:xfrm>
          <a:prstGeom prst="roundRect">
            <a:avLst>
              <a:gd name="adj" fmla="val 6000"/>
            </a:avLst>
          </a:prstGeom>
          <a:solidFill>
            <a:srgbClr val="1F3B6E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10454335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pitch that gets on-prem LLM approved internally:
"Your developers are already using AI tools. The question is whether those tools have audit logging, data residency controls, and a BAA — or whether you find out about the breach the same way this sysadmin did."
Target buyer: CISO and IT security. NOT the compliance team. Compliance ratifies — CISO feels the pain.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On-Premise LLM for Compliance  ·  Last 30 Days Signal  · 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5 Key Patterns from the Last 30 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44752"/>
            <a:ext cx="5455767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44752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E31837"/>
          </a:solidFill>
          <a:ln w="12700">
            <a:solidFill>
              <a:srgbClr val="E31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508760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Sovereignty anxiety is the #1 emotional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20240"/>
            <a:ext cx="519973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The Fable 5 ban is the most-discussed event in the dataset. 'Can be switched off by a third party' is now lived experience. Lead every pitch with model independence before mentioning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444752"/>
            <a:ext cx="5455767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7287" y="1444752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5303" y="1508760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compliance stack is open-source and assembly-complete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5303" y="1920240"/>
            <a:ext cx="519973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ToTra + LiteLLM + Ollama/vLLM + Llama/Qwen/Mistral = a complete deployable stack with no proprietary components. The integration work is the value-add.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5455767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980944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044952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Shadow AI is the internal trigger — not regulation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456432"/>
            <a:ext cx="519973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r/sysadmin and r/netsec are where buying decisions originate. Frame the pitch around eliminating shadow AI risk — not GDPR checkbox.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2980944"/>
            <a:ext cx="5455767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7287" y="2980944"/>
            <a:ext cx="5455767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303" y="3044952"/>
            <a:ext cx="51997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Inference economics are no longer the blocker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303" y="3456432"/>
            <a:ext cx="519973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3k tokens/s on standard GPUs + M3 MacBook benchmarks = the 'cloud is cheaper' argument is dead for high-volume workloads when you add compliance overhead.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17136"/>
            <a:ext cx="11094415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517136"/>
            <a:ext cx="11094415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581144"/>
            <a:ext cx="10838383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LLM disagreement on facts is a compliance-specific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4992624"/>
            <a:ext cx="10838383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For HIPAA and SOC2 audit evidence, model pinning + hallucination testing are compliance requirements. On-prem enables both. Cloud APIs where the model updates silently do not.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On-Premise LLM for Compliance  ·  Last 30 Days Signal  ·  June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F3B6E"/>
                </a:solidFill>
                <a:latin typeface="Calibri"/>
              </a:rPr>
              <a:t>90-Day On-Premise LLM Entry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77824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Three phases: discovery → proof → compliance 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7621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276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Days 1–30: Shadow AI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3320186" cy="3867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Objective: establish the business case before touching infrastructure.
• Identify which AI tools employees are using (authorized vs. shadow)
• Catalog what data is sent to cloud AI APIs
• Quantify compliance exposure (HIPAA, GDPR, SOC2)
• Get one CISO or IT security stakeholder to co-own the problem
Deliverable: a one-page shadow AI risk brief that makes the on-prem case without mentioning model capability.
Tools: DLP logs, browser extension audit, HR policy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508760"/>
            <a:ext cx="357621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7738" y="150876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5754" y="157276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Days 31–60: On-Prem Proof of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5754" y="1984248"/>
            <a:ext cx="3320186" cy="3867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Objective: prove the open-source stack performs at par with cloud APIs.
Stack:
• Ollama (single GPU node)
• LiteLLM (routing + OpenAI-compat API)
• Llama 3.1 70B or Qwen 3.7 67B
• Deploy in isolated dev VPC (not production)
• Mirror the highest-volume use case from the Shadow AI audit
• Measure: latency, throughput, quality vs. GPT-4o
Cost: ~$2,160 total on A100 spot pricing.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508760"/>
            <a:ext cx="357621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66836" y="1508760"/>
            <a:ext cx="3576218" cy="384048"/>
          </a:xfrm>
          <a:prstGeom prst="roundRect">
            <a:avLst>
              <a:gd name="adj" fmla="val 4000"/>
            </a:avLst>
          </a:prstGeom>
          <a:solidFill>
            <a:srgbClr val="0D3B5E"/>
          </a:solidFill>
          <a:ln w="12700">
            <a:solidFill>
              <a:srgbClr val="0D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4852" y="1572768"/>
            <a:ext cx="33201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Days 61–90: Compliance 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4852" y="1984248"/>
            <a:ext cx="3320186" cy="3867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Objective: convert the PoC into a sanctioned program with audit trail.
• Draft AI usage policy referencing the on-prem stack as the approved tool
• Wire LiteLLM audit logs into your SIEM
• Sign BAA with your GPU cloud provider
• Run table-top exercise: simulate a model shutdown — verify local fallback works
Optional: add model download automation to internal artifact registry — eliminates single point of failure on HuggingFace.
Success metric: zero shadow AI incidents in month 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On-Premise LLM for Compliance  ·  Last 30 Days Signal  · 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