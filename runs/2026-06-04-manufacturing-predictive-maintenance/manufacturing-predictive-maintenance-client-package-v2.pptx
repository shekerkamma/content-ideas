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Predictive Maintenance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Client-facing use case package built from the AI Engineering Use Cases Framework</a:t>
            </a:r>
          </a:p>
          <a:p>
            <a:r>
              <a:rPr sz="2000"/>
              <a:t>Validated against Hyundai, SAP, Deloitte, NIST, and OpenHands sources</a:t>
            </a:r>
          </a:p>
          <a:p>
            <a:r>
              <a:rPr sz="2000"/>
              <a:t>Date: June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Predictive maintenance has moved from pilot rhetoric to scaled deployment in automotive manufacturing.</a:t>
            </a:r>
          </a:p>
          <a:p>
            <a:pPr/>
            <a:r>
              <a:rPr sz="2400"/>
              <a:t>Hyundai and MakinaRocks report expansion toward roughly 1,400 robots globally by end of 2026.</a:t>
            </a:r>
          </a:p>
          <a:p>
            <a:pPr/>
            <a:r>
              <a:rPr sz="2400"/>
              <a:t>This use case scores GO at 25/35 with strongest fit in SAP-native maintenance workflows.</a:t>
            </a:r>
          </a:p>
          <a:p>
            <a:pPr/>
            <a:r>
              <a:rPr sz="2400"/>
              <a:t>OpenHands should be used internally as the orchestration layer for reusable agent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and Market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NIST cites downtime at 8.3% of planned production time in discrete manufacturing.</a:t>
            </a:r>
          </a:p>
          <a:p>
            <a:pPr/>
            <a:r>
              <a:rPr sz="2000"/>
              <a:t>NIST cites $245B in downtime cost across discrete manufacturing.</a:t>
            </a:r>
          </a:p>
          <a:p>
            <a:pPr/>
            <a:r>
              <a:rPr sz="2000"/>
              <a:t>Deloitte cites a $50B annual unplanned-downtime problem for industrial manufacturers.</a:t>
            </a:r>
          </a:p>
          <a:p>
            <a:pPr/>
            <a:r>
              <a:rPr sz="2000"/>
              <a:t>Deloitte reports 10% to 20% production-output improvement from smart-manufacturing initiatives.</a:t>
            </a:r>
          </a:p>
          <a:p>
            <a:pPr/>
            <a:r>
              <a:rPr sz="2000"/>
              <a:t>65% to 70% of manufacturers outsource technology, data, cybersecurity, AI, and automation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Realization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Challenge: unexpected failures drive downtime and scrap.</a:t>
            </a:r>
          </a:p>
          <a:p>
            <a:pPr/>
            <a:r>
              <a:rPr sz="2000"/>
              <a:t>Challenge: maintenance teams operate across siloed IoT, MES, and SAP PM systems.</a:t>
            </a:r>
          </a:p>
          <a:p>
            <a:pPr/>
            <a:r>
              <a:rPr sz="2000"/>
              <a:t>Solution: monitor equipment telemetry continuously for early warning.</a:t>
            </a:r>
          </a:p>
          <a:p>
            <a:pPr/>
            <a:r>
              <a:rPr sz="2000"/>
              <a:t>Solution: route anomalies into SAP PM work-order action.</a:t>
            </a:r>
          </a:p>
          <a:p>
            <a:pPr/>
            <a:r>
              <a:rPr sz="2000"/>
              <a:t>Proof point: 5-day failure lead time and 90%+ prediction accuracy in Hyundai/MakinaRocks deployment.</a:t>
            </a:r>
          </a:p>
          <a:p>
            <a:pPr/>
            <a:r>
              <a:rPr sz="2000"/>
              <a:t>Proof point: 40% faster implementation claimed in the source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Verified Solution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Experience: maintenance planner dashboard and technician workflow in SAP PM.</a:t>
            </a:r>
          </a:p>
          <a:p>
            <a:pPr/>
            <a:r>
              <a:rPr sz="2000"/>
              <a:t>Orchestration: OpenHands SDK agents, skills/repository agents, CLI and headless execution.</a:t>
            </a:r>
          </a:p>
          <a:p>
            <a:pPr/>
            <a:r>
              <a:rPr sz="2000"/>
              <a:t>Context: sensor streams, work-order history, asset master data, historian and MES context.</a:t>
            </a:r>
          </a:p>
          <a:p>
            <a:pPr/>
            <a:r>
              <a:rPr sz="2000"/>
              <a:t>Actuation: SAP PM work orders, maintenance scheduling, technician feedback loop, MCP-backed tool access.</a:t>
            </a:r>
          </a:p>
          <a:p>
            <a:pPr/>
            <a:r>
              <a:rPr sz="2000"/>
              <a:t>Deployment stance: use OpenHands internally as orchestration, not as the customer-facing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Pilot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Days 1-15: choose one asset family, review failure modes, map telemetry and SAP PM workflow, complete OT/security review.</a:t>
            </a:r>
          </a:p>
          <a:p>
            <a:pPr/>
            <a:r>
              <a:rPr sz="2000"/>
              <a:t>Days 16-45: ingest telemetry, establish baseline analytics, configure OpenHands orchestration and integration adapters.</a:t>
            </a:r>
          </a:p>
          <a:p>
            <a:pPr/>
            <a:r>
              <a:rPr sz="2000"/>
              <a:t>Days 46-75: launch pilot alerts, technician workflow, and false-positive tuning loop.</a:t>
            </a:r>
          </a:p>
          <a:p>
            <a:pPr/>
            <a:r>
              <a:rPr sz="2000"/>
              <a:t>Days 76-90: measure downtime, response quality, and operational fit; package expansion template for next plant or asset family.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Risk: false positives erode technician trust. Control: assisted triage and conservative thresholds.</a:t>
            </a:r>
          </a:p>
          <a:p>
            <a:pPr/>
            <a:r>
              <a:rPr sz="2000"/>
              <a:t>Risk: weak maintenance history limits model value. Control: start with a well-instrumented asset family.</a:t>
            </a:r>
          </a:p>
          <a:p>
            <a:pPr/>
            <a:r>
              <a:rPr sz="2000"/>
              <a:t>Risk: OT security objections slow access to plant data. Control: edge-first or read-only patterns where needed.</a:t>
            </a:r>
          </a:p>
          <a:p>
            <a:pPr/>
            <a:r>
              <a:rPr sz="2000"/>
              <a:t>Risk: IT/OT/maintenance ownership is unclear. Control: require an executive sponsor and named maintenance lead.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Angle: Hyundai Motor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Hyundai is already a public proof point for predictive maintenance at production scale.</a:t>
            </a:r>
          </a:p>
          <a:p>
            <a:pPr/>
            <a:r>
              <a:rPr sz="2000"/>
              <a:t>The next value is standardizing rollout across more asset families and plants.</a:t>
            </a:r>
          </a:p>
          <a:p>
            <a:pPr/>
            <a:r>
              <a:rPr sz="2000"/>
              <a:t>A reusable OpenHands-based orchestration layer can reduce delivery friction without changing Hyundai’s system of action.</a:t>
            </a:r>
          </a:p>
          <a:p>
            <a:pPr/>
            <a:r>
              <a:rPr sz="2000"/>
              <a:t>Recommended next step: run a discovery sprint on one asset family beyond robotics and map telemetry to SAP PM work-order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