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Manufacturing Predictive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branded strategy and presales package built from UC06 in the AI Engineering Use Cases Framework, validated with current Hyundai, SAP, Deloitte, NIST, and OpenHands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DETAILED USE CASE · EXECUTIVE SUMMARY · ARCHITECTURE · SCORECARD · ROADMAP · ACCOUNT 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Manufacturing Predictive Maintenance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Predictive maintenance is a credible wedge for AI engineering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Executive summary built from the PDF use case, Hyundai deployment proof, SAP workflow signals,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Unplanned downtime remains expensive and visible in discrete manufacturing.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Hyundai is already scaling predictive robotics maintenance in production.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Maintenance is still under-mature despite broader smart-manufacturing investment.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value is not generic AI experimentation; it is maintenance action inside SAP PM.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strongest beachhead is one downtime-critical asset family.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OpenHands fits as the internal orchestration layer for repeatable agent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Run a 90-day pilot tied to one asset family and one planner workflow.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Use OpenHands agents + MCP-style integrations behind the scenes, not as the customer-facing pitch.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Measure downtime reduction, false positives, and maintenance response quality.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THE ASK: approve a discovery sprint for one asset family and leave behind reusable OpenHands delivery patterns.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Manufacturing Predictive Maintenance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01  · 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Manufacturing Predictive Maintenance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•  Unexpected equipment failures still create costly downtime and scrap.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•  Maintenance teams work across siloed IoT, MES, and SAP PM systems with weak early-warning visibility.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•  Plants struggle to scale predictive models because integration, change management, and workforce readiness lag the data ambition.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•  Continuously monitor vibration, acoustic, and process signals to predict failures before stoppages.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•  Route anomalies into SAP PM work orders and maintenance planning so action happens inside the plant’s existing system of record.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•  Use reusable AI agents and connectors to shorten pilot delivery and standardize rollout across plants.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27248"/>
            <a:ext cx="20025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failure lead time at Hyundai robot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90%+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27248"/>
            <a:ext cx="20025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prediction accuracy in Hyundai/MakinaRocks rollout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8.3%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27248"/>
            <a:ext cx="20025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planned production time lost to downtime (NIST)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68496"/>
            <a:ext cx="158191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Sensor and machine telemetry stream through IoT gateways into anomaly-detection pipelines.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6052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68496"/>
            <a:ext cx="158191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Models score equipment health, trigger alerts, and create prioritized maintenance actions in SAP PM.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6052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68496"/>
            <a:ext cx="158191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Supervisors and technicians review work orders, execute interventions, and feed outcomes back into model tuning.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94376"/>
            <a:ext cx="151104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>
                <a:solidFill>
                  <a:srgbClr val="FFFFFF"/>
                </a:solidFill>
                <a:latin typeface="Calibri"/>
              </a:rPr>
              <a:t>Maintenance planner dashboard + technician workflow in SAP 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94376"/>
            <a:ext cx="151104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>
                <a:solidFill>
                  <a:srgbClr val="FFFFFF"/>
                </a:solidFill>
                <a:latin typeface="Calibri"/>
              </a:rPr>
              <a:t>IoT-agent, anomaly-detection-agent, and SAP-PM-agent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94376"/>
            <a:ext cx="151104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>
                <a:solidFill>
                  <a:srgbClr val="FFFFFF"/>
                </a:solidFill>
                <a:latin typeface="Calibri"/>
              </a:rPr>
              <a:t>Sensor streams, machine history, work orders, and asset master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94376"/>
            <a:ext cx="151104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>
                <a:solidFill>
                  <a:srgbClr val="FFFFFF"/>
                </a:solidFill>
                <a:latin typeface="Calibri"/>
              </a:rPr>
              <a:t>SAP PM work-order creation, alerts, and maintenance scheduling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FFFFFF"/>
                </a:solidFill>
                <a:latin typeface="Calibri"/>
              </a:rPr>
              <a:t>SYSTEMS: SAP PM · IoT Gateways · MES · Edge Sensors · Data Lake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FFFFFF"/>
                </a:solidFill>
                <a:latin typeface="Calibri"/>
              </a:rPr>
              <a:t>USERS: plant manager · maintenance lead · reliability engineer · OT/IT integration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FFFFFF"/>
                </a:solidFill>
                <a:latin typeface="Calibri"/>
              </a:rPr>
              <a:t>Hyundai Motor Company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E0F7F1"/>
                </a:solidFill>
                <a:latin typeface="Calibri"/>
              </a:rPr>
              <a:t>Scaling predictive robotics AI across global production hubs with MakinaRocks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848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FFFFFF"/>
                </a:solidFill>
                <a:latin typeface="Calibri"/>
              </a:rPr>
              <a:t>Kia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225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E0F7F1"/>
                </a:solidFill>
                <a:latin typeface="Calibri"/>
              </a:rPr>
              <a:t>EV production lines included in the Hyundai/MakinaRocks predictive maintenance rollout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992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FFFFFF"/>
                </a:solidFill>
                <a:latin typeface="Calibri"/>
              </a:rPr>
              <a:t>SMA Solar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369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E0F7F1"/>
                </a:solidFill>
                <a:latin typeface="Calibri"/>
              </a:rPr>
              <a:t>SAP Digital Manufacturing reference showing measurable manufacturing productivity gains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9136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FFFFFF"/>
                </a:solidFill>
                <a:latin typeface="Calibri"/>
              </a:rPr>
              <a:t>Mid-market discrete manufacturer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1513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19" b="0" i="0">
                <a:solidFill>
                  <a:srgbClr val="E0F7F1"/>
                </a:solidFill>
                <a:latin typeface="Calibri"/>
              </a:rPr>
              <a:t>Target buyer with SAP PM installed base and downtime-sensitive assets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Manufacturing Predictive Maintenance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business case is strong because downtime is costly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proof slide with cost of inaction, observed upside, and buyer 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Cost of inaction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NIST: downtime is 8.3% of planned production time in discrete manufacturing.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NIST: downtime cost reaches $245B across discrete manufacturing.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Deloitte: industrial manufacturers face a $50B annual unplanned-downtime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Observed upside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Deloitte: smart-manufacturing adopters report 10% to 20% production-output improvement.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Predictive maintenance benchmarks point to 53% less unplanned downtime and 79% fewer defects.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Maintenance is one of the least mature but most investment-ready functions.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Buyer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65% to 70% of manufacturers outsource AI, automation, data, and cybersecurity roles.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This supports a services-led entry model for implementation-heavy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The beachhead is a narrow pilot, not enterprise-wide autonomous maintenance on day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Manufacturing Predictive Maintenance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reference architecture is SAP-native and OpenHands-orchestrated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stack slide grounded in verified OpenHands, SAP, and source-PDF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ORCHESTRATION AND INTEGRATION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901184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OpenHands SDK agents orchestrate anomaly analysis, summarization, and operator decision support.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OpenHands skills / repository agents carry manufacturing-specific workflow and guardrail logic.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CLI and headless execution support scheduled jobs, incident runs, and repeatable delivery operations.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MCP-compatible integrations connect enterprise tools and external servers where needed.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SAP PM / APM remains the action system for work orders, planners, and technicians.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4650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Systems of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SAP PM, SAP APM, MES, historians, gateways, and asset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38728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850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Deployment stance and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OpenHands is the reusable execution layer; SAP remains the system of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Manufacturing Predictive Maintenance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use case is attractive, but rollout discipline matters more than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score-and-risk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749039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VERTICAL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9184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•  Intelligence Ratio: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•  Outsourcing Readiness: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•  TAM Accessibility: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•  Data Moat Potential: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•  Regulatory Friction: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•  Incumbent Vulnerability: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•  Mirage PMF Risk: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•  Composite: 25/35 — 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704088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84831"/>
            <a:ext cx="6492240" cy="2606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False positives erode technician trust — start with assisted triage and conservative thresholds.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Weak maintenance history limits value — begin with a well-instrumented asset family.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OT security slows access to plant data — use edge-first or read-only integration where needed.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IT/OT/maintenance ownership is unclear — require an executive sponsor and named maintenance lead.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Manufacturing Predictive Maintenance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A 90-day pilot and Hyundai-specific expansion path make the offer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execution and account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1605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90-DAY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Days 1-15: select one asset family, review failure modes, map telemetry and SAP PM workflow, complete OT/security review.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Days 16-45: ingest telemetry, establish baseline analytics, configure OpenHands orchestration and integration adapters.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Days 46-75: launch pilot alerts, technician workflow, and false-positive tuning loop.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Days 76-90: measure downtime, response quality, and operational fit; package the expansion template for the next plant or asset family.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HYUNDAI ACCOUNT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84831"/>
            <a:ext cx="480060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Hyundai already proved predictive maintenance on robotics at production scale.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The next value is cross-asset and cross-plant standardization, not proving the concept again.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Pitch the offer as rollout acceleration around SAP PM workflow integration with reusable OpenHands-based orchestration behind the scenes.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Recommended next step: run a discovery sprint on one asset family beyond robotics and quantify the gap to broader manufacturing standardization.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Manufacturing Predictive Maintenance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Predictive maintenance is a client-ready AI engineering offer when it is sold as operational reliability and delivered through a reusable branded orchestration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•  Use SAP PM as the system of action.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•  Use OpenHands internally for agent orchestration, skills, and repeatable delivery patterns.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•  Start with one asset family, one workflow, and one measurable operational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49240"/>
            <a:ext cx="5760720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22976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Suggested next step: approve a discovery sprint for the selected asset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Manufacturing Predictive Maintenance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