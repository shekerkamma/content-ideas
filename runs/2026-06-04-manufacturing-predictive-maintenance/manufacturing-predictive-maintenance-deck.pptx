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Manufacturing Predictive Maintenance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Pipeline run built from UC06 in the AI Engineering Use Cases Framework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Why this use case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High-cost downtime problem with measurable ROI and existing SAP PM workflows.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Direct proof point: Hyundai + MakinaRocks scaling predictive robotics AI globally.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Best entry wedge for AI engineering services in manufacturing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120640" cy="4297680"/>
          </a:xfrm>
          <a:prstGeom prst="rect">
            <a:avLst/>
          </a:prstGeom>
          <a:solidFill>
            <a:srgbClr val="20808D"/>
          </a:solidFill>
          <a:ln>
            <a:solidFill>
              <a:srgbClr val="20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46304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Stage outputs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Vertical score: 25/35 (GO)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Executive brief and full strategy memo completed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Deal-prep target: Hyundai Motor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Use Case Realization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UC06 translated into the pipeline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Challenge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Unexpected equipment failures still create costly downtime and scrap.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Maintenance teams work across siloed IoT, MES, and SAP PM systems with weak early-warning visibility.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Plants struggle to scale predictive models because integration, change management, and workforce readiness lag the data ambition.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5303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Solution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Continuously monitor vibration, acoustic, and process signals to predict failures before stoppages.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Route anomalies into SAP PM work orders and maintenance planning so action happens inside the plant’s existing system of record.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Use reusable AI agents and connectors to shorten pilot delivery and standardize rollout across plants.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212080" cy="201168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28016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How it works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Sensor and machine telemetry stream through IoT gateways into anomaly-detection pipelines.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Models score equipment health, trigger alerts, and create prioritized maintenance actions in SAP PM.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Supervisors and technicians review work orders, execute interventions, and feed outcomes back into model 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474720"/>
            <a:ext cx="521208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356616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Key stats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5 days — failure lead time at Hyundai robot deployment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90%+ — prediction accuracy in Hyundai/MakinaRocks rollout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8.3% — planned production time lost to downtime (NIST)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Market Landscape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Why manufacturers are buying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Current signals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92% of manufacturers surveyed by Deloitte say smart manufacturing will be a main competitiveness driver over the next three years.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Manufacturers report 10% to 20% production-output improvement from smart-manufacturing initiatives.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NIST cites downtime at 8.3% of planned production time and $245B in discrete-manufacturing cost.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65% to 70% of manufacturers are outsourcing AI, automation, data, and cybersecurity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Architecture Pattern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SAP-native predictive maintenance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5303520" cy="4389120"/>
          </a:xfrm>
          <a:prstGeom prst="rect">
            <a:avLst/>
          </a:prstGeom>
          <a:solidFill>
            <a:srgbClr val="20808D"/>
          </a:solidFill>
          <a:ln>
            <a:solidFill>
              <a:srgbClr val="20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0292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Core stack</a:t>
            </a:r>
          </a:p>
          <a:p>
            <a:r>
              <a:t>OpenHands SDK agents and skills orchestrate maintenance sub-workflows</a:t>
            </a:r>
          </a:p>
          <a:p>
            <a:r>
              <a:t>MCP / integration adapters connect SAP PM, historians, and external tools</a:t>
            </a:r>
          </a:p>
          <a:p>
            <a:r>
              <a:t>Anomaly detection and health scoring layer processes telemetry and work-order context</a:t>
            </a:r>
          </a:p>
          <a:p>
            <a:r>
              <a:t>SAP PM / APM remains the action system for planners and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71600"/>
            <a:ext cx="48463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Delivery stance</a:t>
            </a:r>
          </a:p>
          <a:p>
            <a:r>
              <a:t>Use OpenHands internally as the orchestration layer, not the customer-facing product</a:t>
            </a:r>
          </a:p>
          <a:p>
            <a:r>
              <a:t>Edge-first where OT security is sensitive</a:t>
            </a:r>
          </a:p>
          <a:p>
            <a:r>
              <a:t>One asset family first, then replicate cross-plant</a:t>
            </a:r>
          </a:p>
          <a:p>
            <a:r>
              <a:t>Assisted triage before full work-order automation</a:t>
            </a:r>
          </a:p>
          <a:p>
            <a:r>
              <a:t>Treat integration and change management as first-class workstreams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Vertical Scorecard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GO verdict based on evidence-backed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Scores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Intelligence Ratio 4/5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Outsourcing Readiness 4/5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TAM Accessibility 4/5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Data Moat Potential 4/5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Regulatory Friction 3/5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Incumbent Vulnerability 3/5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Mirage PMF Risk 3/5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Composite: 25/35 — 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Risks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50292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Risks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False positives erode technician trust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Weak maintenance history or poor sensor coverage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OT security objections slow access to plant data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Ownership split across IT, OT, and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280160"/>
            <a:ext cx="512064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371600"/>
            <a:ext cx="48463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Controls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Use conservative thresholds and assisted triage first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Pick one well-instrumented asset family for pilot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Adopt edge-first read-only ingestion where possible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Name a plant sponsor and maintenance lead before kickoff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90-Day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solidFill>
            <a:srgbClr val="20808D"/>
          </a:solidFill>
          <a:ln>
            <a:solidFill>
              <a:srgbClr val="20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Execution plan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Days 1-15: asset selection, failure mode review, integration map, security review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Days 16-45: telemetry ingestion, baseline analytics, SAP PM workflow design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Days 46-75: pilot alerts, technician workflow, false-positive tuning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Days 76-90: ROI readout, expansion case, cross-plant deployment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2744"/>
                </a:solidFill>
              </a:rPr>
              <a:t>Hyundai Deal Angle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Why this account is the right presales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744"/>
                </a:solidFill>
              </a:defRPr>
            </a:pPr>
            <a:r>
              <a:t>Recommended angle</a:t>
            </a:r>
          </a:p>
          <a:p>
            <a:r>
              <a:t>Hyundai already proved robotics predictive maintenance; the next value is cross-asset and cross-plant standardization.</a:t>
            </a:r>
          </a:p>
          <a:p>
            <a:r>
              <a:t>Pitch the offer as rollout acceleration around SAP PM workflow integration, with OpenHands-based internal orchestration for reusable agent workflows.</a:t>
            </a:r>
          </a:p>
          <a:p>
            <a:r>
              <a:t>Discovery question: which asset family beyond robotics has the clearest downtime pain and weakest current reliability visibility?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