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orchestration patterns that turn static LLMs into dynamic problem-solvers: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· ReAct Framework · Multi-step Reasoning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1371600"/>
            <a:ext cx="2743200" cy="109728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2834640"/>
            <a:ext cx="2743200" cy="109728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0" y="4297680"/>
            <a:ext cx="2743200" cy="1097280"/>
          </a:xfrm>
          <a:prstGeom prst="rect">
            <a:avLst/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4617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Patterns, One Goal: LLMs That Take 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 — different orchestration between query and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and invokes external functions. Stateless: one round trip per tool use. Best for single lookups, API calls, calculations.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solidFill>
            <a:srgbClr val="EBF4FB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and invokes external functions. Stateless: one round trip per tool use. Best for single lookups, API calls, calculations.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740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loop. Stateful: model plans each step based on prior results. Best for open-ended multi-step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356616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0740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loop. Stateful: model plans each step based on prior results. Best for open-ended multi-step tasks.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4788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→ Chain → Aggregate → Synthesize. Pre-planned sequence. Best for complex problems with known structure.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371600"/>
            <a:ext cx="3566160" cy="3200400"/>
          </a:xfrm>
          <a:prstGeom prst="rect">
            <a:avLst/>
          </a:prstGeom>
          <a:solidFill>
            <a:srgbClr val="F3E5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4788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→ Chain → Aggregate → Synthesize. Pre-planned sequence. Best for complex problems with known structure.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281928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three: User Query → [Pattern] → Agent Response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Stateless, One-Round-Trip Power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what to call — the host executes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03520" cy="713232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36245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query + tool registry in system prompt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2002536"/>
            <a:ext cx="164592" cy="164592"/>
          </a:xfrm>
          <a:prstGeom prst="downArrow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85416"/>
            <a:ext cx="5303520" cy="713232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31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tool + emits structured call (JSON)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2862072"/>
            <a:ext cx="164592" cy="164592"/>
          </a:xfrm>
          <a:prstGeom prst="downArrow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44952"/>
            <a:ext cx="5303520" cy="713232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0815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parses and executes tool (API · search · DB · calc)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721608"/>
            <a:ext cx="164592" cy="164592"/>
          </a:xfrm>
          <a:prstGeom prst="downArrow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04488"/>
            <a:ext cx="5303520" cy="713232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394106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injected back into LLM context window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4581144"/>
            <a:ext cx="164592" cy="164592"/>
          </a:xfrm>
          <a:prstGeom prst="downArrow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64024"/>
            <a:ext cx="5303520" cy="713232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809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800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final response using tool 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664208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664208"/>
            <a:ext cx="521208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171907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01968" y="2066544"/>
            <a:ext cx="4992624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functions passed to LLM (search, calculator, get_weather, query_db)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743200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2743200"/>
            <a:ext cx="521208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279806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Parser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01968" y="3145536"/>
            <a:ext cx="4992624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model output JSON → executable function 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822192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822192"/>
            <a:ext cx="521208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877056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01968" y="4224528"/>
            <a:ext cx="4992624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function; returns result within timeout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4901184"/>
            <a:ext cx="5212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4901184"/>
            <a:ext cx="521208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4956048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01968" y="5303520"/>
            <a:ext cx="4992624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tool result to conversation before next model call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The Loop That Discovers Its Own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— repeat until done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83464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current state, plan next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240280"/>
            <a:ext cx="274320" cy="274320"/>
          </a:xfrm>
          <a:prstGeom prst="rightArrow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463040"/>
            <a:ext cx="283464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5420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invoke tool or sub-step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240280"/>
            <a:ext cx="274320" cy="274320"/>
          </a:xfrm>
          <a:prstGeom prst="rightArrow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463040"/>
            <a:ext cx="2834640" cy="201168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25420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parse result from environment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No — loop back to THOUGHT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4114800"/>
            <a:ext cx="2286000" cy="54864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→  Yes: FINAL ANSWER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Max iteration guard required — cap at 10–15 loops to prevent infinite runs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5520" y="1371600"/>
            <a:ext cx="1828800" cy="320040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SCRATCHPAD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66960" y="1719072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 1: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need X first"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1: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search("X")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1: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"Result: …"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 2: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"Now I need Y"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281928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the pattern to use when the number of steps is unknown upfront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Reasoning: Plan First, Execute in Order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→ Chain → Aggregate → Synthesize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57400" cy="2926080"/>
          </a:xfrm>
          <a:prstGeom prst="rect">
            <a:avLst/>
          </a:prstGeom>
          <a:solidFill>
            <a:srgbClr val="F3E5F5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05740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444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explicit numbered sub-steps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2651760"/>
            <a:ext cx="137160" cy="182880"/>
          </a:xfrm>
          <a:prstGeom prst="rightArrow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06624" y="1371600"/>
            <a:ext cx="2057400" cy="2926080"/>
          </a:xfrm>
          <a:prstGeom prst="rect">
            <a:avLst/>
          </a:prstGeom>
          <a:solidFill>
            <a:srgbClr val="F3E5F5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1371600"/>
            <a:ext cx="205740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4264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90672" y="1444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(Step 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19659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sub-problem 1; store result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91456" y="2651760"/>
            <a:ext cx="137160" cy="182880"/>
          </a:xfrm>
          <a:prstGeom prst="rightArrow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1371600"/>
            <a:ext cx="2057400" cy="2926080"/>
          </a:xfrm>
          <a:prstGeom prst="rect">
            <a:avLst/>
          </a:prstGeom>
          <a:solidFill>
            <a:srgbClr val="F3E5F5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1371600"/>
            <a:ext cx="205740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4264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0096" y="1444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(Step 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65776" y="19659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receives prior result as input context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651760"/>
            <a:ext cx="137160" cy="182880"/>
          </a:xfrm>
          <a:prstGeom prst="rightArrow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1371600"/>
            <a:ext cx="2057400" cy="2926080"/>
          </a:xfrm>
          <a:prstGeom prst="rect">
            <a:avLst/>
          </a:prstGeom>
          <a:solidFill>
            <a:srgbClr val="F3E5F5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1371600"/>
            <a:ext cx="205740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14264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1444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19659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intermediate results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90304" y="2651760"/>
            <a:ext cx="137160" cy="182880"/>
          </a:xfrm>
          <a:prstGeom prst="rightArrow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54896" y="1371600"/>
            <a:ext cx="2057400" cy="2926080"/>
          </a:xfrm>
          <a:prstGeom prst="rect">
            <a:avLst/>
          </a:prstGeom>
          <a:solidFill>
            <a:srgbClr val="F3E5F5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54896" y="1371600"/>
            <a:ext cx="2057400" cy="50292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14264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38944" y="14447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564624" y="19659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final coherent answer from aggregated results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receives prior results as context → no information loss between steps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281928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Multi-step when problem structure is known upfront; ReAct when it is not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ReAct Handles Unknown-Step-Count Tasks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selection matrix — pick by task structure, not preference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926080" cy="4114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743200" cy="4114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2743200" cy="4114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69680" y="1371600"/>
            <a:ext cx="2743200" cy="411480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4708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78308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47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single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47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T/A/O repeats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78308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847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linear chain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41448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0545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known upfront?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44144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5054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441448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054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discovered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44144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25054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pre-planned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099816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638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309981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1638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099816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1638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(grows per loop)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09981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1638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758184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221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758184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8221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758184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221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3758184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38221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416552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8056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83280" y="441655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lookup, calculation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4416552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research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441655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multi-part analysis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074920"/>
            <a:ext cx="292608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1389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concern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383280" y="507492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513892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timeout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5074920"/>
            <a:ext cx="2743200" cy="658368"/>
          </a:xfrm>
          <a:prstGeom prst="rect">
            <a:avLst/>
          </a:prstGeom>
          <a:solidFill>
            <a:srgbClr val="FFF3CD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513892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risk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507492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0" y="513892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 limit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column highlighted — it is the most flexible but costliest pattern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in 12 Lines of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define the tool, let the model call 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WIRE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Define tools as JSON schema in your API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5000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Model returns a tool_use block when it wants to call a 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1693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Your code executes the tool and captures the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8386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Send the result back as a tool_result in the next turn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5079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Model uses the result to generate its final text response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280160"/>
            <a:ext cx="5852160" cy="466344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37160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"get_weather",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"Get current weather",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"city": {"type": "string"}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["city"]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model="claude-sonnet-4-6",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tools=tools,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 "user",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"Weather in Tokyo?"}]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response.content[0].type == "tool_use"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execute tool → send tool_result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Outperform Single-Shot LLMs on Complex Tasks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benchmarks — agentic vs. one-shot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acceptance 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(PrescriberPoint PA agent, 2026)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566160" cy="54864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29768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clinical 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(Autonomize AI, enterprise prod)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54864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10–20×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model improvement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(Commure self-learning)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566160" cy="54864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agents better: they close the loop. A single-shot LLM answers once with what it knows. An agent can look things up, check its work, and iterate.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281928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gain is not from better models — it is from letting models take multiple steps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Flow: How a Research Task Completes in 4 Loops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trace — "Find the CEO of OpenAI and their background"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325880" cy="1371600"/>
          </a:xfrm>
          <a:prstGeom prst="rect">
            <a:avLst/>
          </a:prstGeom>
          <a:solidFill>
            <a:srgbClr val="F5F7FA"/>
          </a:solidFill>
          <a:ln w="190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CEO of OpenAI and their background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36776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463040"/>
            <a:ext cx="132588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64792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identify the current CEO first"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81528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1463040"/>
            <a:ext cx="132588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9544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search("OpenAI CEO 2024")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463040"/>
            <a:ext cx="1325880" cy="1371600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296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 Altman, returned Nov 2023"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71032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463040"/>
            <a:ext cx="132588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9048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I need his background"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15784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463040"/>
            <a:ext cx="1325880" cy="1371600"/>
          </a:xfrm>
          <a:prstGeom prst="rect">
            <a:avLst/>
          </a:prstGeom>
          <a:solidFill>
            <a:srgbClr val="E8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search("Sam Altman background career")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0536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42832" y="1463040"/>
            <a:ext cx="1325880" cy="1371600"/>
          </a:xfrm>
          <a:prstGeom prst="rect">
            <a:avLst/>
          </a:prstGeom>
          <a:solidFill>
            <a:srgbClr val="EBF4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8552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 Combinator president, Stanford, investor"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305288" y="2057400"/>
            <a:ext cx="91440" cy="14630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87584" y="1463040"/>
            <a:ext cx="1325880" cy="13716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33304" y="15087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Done?  →  Yes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433304" y="1901952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generated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30632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Thoughts 1 &amp; 2 each trigger an Action → Observation cycle before the model declares Done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116128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Patterns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agents nest these patterns: a ReAct outer loop may call a Multi-step Reasoning sub-agent for complex sub-problems, which in turn uses Tool Calling for data retrieval. This nesting is the basis of multi-agent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Patterns, One Decision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by task structure — combine for production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 CALLING WHEN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one external fact or function result. Fastest, cheapest, stateless. The 80% case.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 CALLING WHEN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one external fact or function result. Fastest, cheapest, stateless. The 80% case.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 WHEN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740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know how many steps the task needs. Let the model discover the path. Expect 3–10 loops.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 WHEN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know how many steps the task needs. Let the model discover the path. Expect 3–10 loops.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MULTI-STEP WHEN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47888" y="1773936"/>
            <a:ext cx="334670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has known structure. Plan the sequence upfront, chain results, synthesize at the 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3716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MULTI-STEP WHEN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47888" y="1810512"/>
            <a:ext cx="334670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has known structure. Plan the sequence upfront, chain results, synthesize at the end.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281928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Tool Calling. Add ReAct when tasks need iteration. Nest Multi-step for structured reasoning.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2026-06-20T13:32:10Z</dcterms:created>
  <dcterms:modified xsi:type="dcterms:W3CDTF">2026-06-20T13:32:10Z</dcterms:modified>
</cp:coreProperties>
</file>