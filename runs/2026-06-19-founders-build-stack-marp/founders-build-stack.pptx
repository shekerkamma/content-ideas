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FOUNDER'S BUILD STACK · PRODUCT BRIEF ·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DD4BF"/>
                </a:solidFill>
              </a:rPr>
              <a:t>Freelance Designer
Client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EB8C7"/>
                </a:solidFill>
              </a:rPr>
              <a:t>Brief → Feedback → Invoice → Paid. Built in 30 days on Next.js + Supabase + Stripe.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Freelancers run client work on duct tape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Client briefs arrive in email threads with no structure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Deliverable feedback is scattered across Loom links, Slack DMs, PDF markups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Invoices go out as manual Stripe payment links copy-pasted into Gmail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The 'system' is a folder of forwarded emails and a Notion page nobody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AEB8C7"/>
                </a:solidFill>
              </a:rPr>
              <a:t>"I spend 4 hours a week just tracking down approvals and chasing payments. That's a full billable day gone."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45720" cy="9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01 ·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The tools that exist are built for agencies, not solos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EXISTING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HoneyBook · Dubsado · 17hats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$200–$400/mo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Built for 5-person agencies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Onboarding takes a week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80% of features unused by solos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9F9"/>
                </a:solidFill>
              </a:rPr>
              <a:t>OVERKILL + OVERPRICED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$29/mo · 3 features ·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Brief intake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Deliverable feedback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Invoice + payment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Nothing 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THE PRODUCT WE'RE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02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Problem Validator · 25 / 30 ·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B8C7"/>
                </a:solidFill>
              </a:rPr>
              <a:t>Problem realness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587752"/>
            <a:ext cx="493776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B8C7"/>
                </a:solidFill>
              </a:rPr>
              <a:t>Solution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273552"/>
            <a:ext cx="438912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3154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8/10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B8C7"/>
                </a:solidFill>
              </a:rPr>
              <a:t>Buying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959352"/>
            <a:ext cx="4389120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8/10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3 named designers confirmed they would pay right now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Existing alternatives solve the wrong problem at the wrong price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Founder is a freelance designer — dog-fooding from 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02 · ICP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Ideal Customer · 93 /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92608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CRITERION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128016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157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103120"/>
            <a:ext cx="612648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5798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50592"/>
            <a:ext cx="29260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Industry / vertical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450592"/>
            <a:ext cx="128016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542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20/20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450592"/>
            <a:ext cx="61264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542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Solo freelance designer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07792"/>
            <a:ext cx="29260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Company size + revenue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907792"/>
            <a:ext cx="128016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999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18/20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907792"/>
            <a:ext cx="61264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9992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1–2 person studio, $5K–$12K/mo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64992"/>
            <a:ext cx="29260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456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Decision-maker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364992"/>
            <a:ext cx="128016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3456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15/15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364992"/>
            <a:ext cx="61264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4564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They sign their own 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22192"/>
            <a:ext cx="29260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Trigger event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822192"/>
            <a:ext cx="128016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913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13/15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822192"/>
            <a:ext cx="61264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913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Just hit 8+ active clients OR lost client to messy comms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279392"/>
            <a:ext cx="29260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Budget / WTP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4279392"/>
            <a:ext cx="128016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0" y="4370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13/15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279392"/>
            <a:ext cx="61264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370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Pays $29–49/mo if it saves 3+ hrs/week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736592"/>
            <a:ext cx="29260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Cultural fit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4736592"/>
            <a:ext cx="128016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0" y="4828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14/15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4736592"/>
            <a:ext cx="61264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4828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Uses Figma, Notion, Linear — early adopter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03 ·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What ships in v1 · What doesn't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TIER 1 · SHIPS DAY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6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Brief intake form (client fills)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Deliverable file upload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Client feedback on deliverables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Stripe invoicing + payment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Email notifications (Resend)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Designer dashboard + client magic-link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FULL LOOP IN 30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TIER 2 · POST-LAUNCH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Deferred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Revision count tracking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Project timeline / Gantt view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── TIER 3 · Cut ──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In-app chat (email handles 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9F9"/>
                </a:solidFill>
              </a:rPr>
              <a:t>SCOPE DISCIPLINE = ON-TIME 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03 · BUILD VS 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Only pay for what you can't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10312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94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94560"/>
            <a:ext cx="201168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249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194560"/>
            <a:ext cx="347472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2494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94560"/>
            <a:ext cx="274320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2494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MONTHLY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42032"/>
            <a:ext cx="21031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33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File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542032"/>
            <a:ext cx="20116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633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542032"/>
            <a:ext cx="34747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633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Supabase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542032"/>
            <a:ext cx="27432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33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99232"/>
            <a:ext cx="21031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906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999232"/>
            <a:ext cx="20116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090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999232"/>
            <a:ext cx="34747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30906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Supabase 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999232"/>
            <a:ext cx="27432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090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56432"/>
            <a:ext cx="21031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47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Email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456432"/>
            <a:ext cx="20116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BUY ($0)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456432"/>
            <a:ext cx="34747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Resend free tier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456432"/>
            <a:ext cx="27432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13632"/>
            <a:ext cx="21031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0050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Payments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913632"/>
            <a:ext cx="20116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BUY (no alt)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913632"/>
            <a:ext cx="34747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4005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Stripe Connect Express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913632"/>
            <a:ext cx="27432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005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2.9% + 30¢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370832"/>
            <a:ext cx="21031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462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Forms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370832"/>
            <a:ext cx="201168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4462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370832"/>
            <a:ext cx="34747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44622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Custom React (4hr)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4370832"/>
            <a:ext cx="27432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4462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828032"/>
            <a:ext cx="21031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919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828032"/>
            <a:ext cx="201168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4919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BUILD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4828032"/>
            <a:ext cx="34747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4919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Supabase Postgres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4828032"/>
            <a:ext cx="27432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D4BF"/>
                </a:solidFill>
              </a:rPr>
              <a:t>$0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</a:rPr>
              <a:t>Total infra cost for first 3 months: $0 + Stripe transaction fees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Stack · Key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2574036" cy="384048"/>
          </a:xfrm>
          <a:prstGeom prst="rect">
            <a:avLst/>
          </a:prstGeom>
          <a:solidFill>
            <a:srgbClr val="082825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997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</a:rPr>
              <a:t>Next.js 14 App Router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2716" y="2331720"/>
            <a:ext cx="3941064" cy="384048"/>
          </a:xfrm>
          <a:prstGeom prst="rect">
            <a:avLst/>
          </a:prstGeom>
          <a:solidFill>
            <a:srgbClr val="082825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9876" y="2377440"/>
            <a:ext cx="3666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</a:rPr>
              <a:t>Supabase Postgres + Auth +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0940" y="2331720"/>
            <a:ext cx="996696" cy="384048"/>
          </a:xfrm>
          <a:prstGeom prst="rect">
            <a:avLst/>
          </a:prstGeom>
          <a:solidFill>
            <a:srgbClr val="082825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8100" y="237744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</a:rPr>
              <a:t>Vercel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54796" y="2331720"/>
            <a:ext cx="2679192" cy="384048"/>
          </a:xfrm>
          <a:prstGeom prst="rect">
            <a:avLst/>
          </a:prstGeom>
          <a:solidFill>
            <a:srgbClr val="082825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1956" y="2377440"/>
            <a:ext cx="2404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</a:rPr>
              <a:t>Stripe Connect Express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71148" y="2331720"/>
            <a:ext cx="996696" cy="384048"/>
          </a:xfrm>
          <a:prstGeom prst="rect">
            <a:avLst/>
          </a:prstGeom>
          <a:solidFill>
            <a:srgbClr val="082825"/>
          </a:solidFill>
          <a:ln>
            <a:solidFill>
              <a:srgbClr val="1A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08308" y="237744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</a:rPr>
              <a:t>Resend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No client accounts — magic token per project (link = access, zero signup friction)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Stripe Connect Express — money flows directly to designer, no money transmitter risk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Signed URLs — deliverable files private; client gets 1-hour URL via API only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Service role key server-only — client components never touch privileged data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EEF2F7"/>
                </a:solidFill>
              </a:rPr>
              <a:t>→  Append-only versioning — upload v2, client sees v1 + v2 in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04 ·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Schema in 5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10312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03120"/>
            <a:ext cx="365760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579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KEY COLUMNS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457200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579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50592"/>
            <a:ext cx="21031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designers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450592"/>
            <a:ext cx="36576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542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id, slug, stripe_account_id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450592"/>
            <a:ext cx="45720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Linked to Supabase Auth 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07792"/>
            <a:ext cx="21031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99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projects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07792"/>
            <a:ext cx="36576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9992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status, magic_token, client_email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07792"/>
            <a:ext cx="45720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999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Status machine: brief_pending → active → paid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64992"/>
            <a:ext cx="21031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4564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briefs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364992"/>
            <a:ext cx="36576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456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answers (jsonb)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64992"/>
            <a:ext cx="45720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4564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Client fills; triggers designer notification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22192"/>
            <a:ext cx="21031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913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deliverables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822192"/>
            <a:ext cx="36576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913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file_path, 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822192"/>
            <a:ext cx="45720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913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Supabase Storage; append-only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279392"/>
            <a:ext cx="21031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3708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feedback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279392"/>
            <a:ext cx="36576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370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comment, deliverable_id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79392"/>
            <a:ext cx="45720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3708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Timestamped; linked to deliverable version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736592"/>
            <a:ext cx="21031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8280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invoices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736592"/>
            <a:ext cx="36576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amount_cents, 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736592"/>
            <a:ext cx="45720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828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Idempotent Stripe webhook on paid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05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30 Days to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2468880" cy="320040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3347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WEEK 1 · DAYS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71800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7472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Supabase schema + RLS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Auth + magic-link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Brief intake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468880"/>
            <a:ext cx="2468880" cy="320040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63347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WEEK 2 · DAYS 6–12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71800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Core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7472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File upload (Storage)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Feedback UI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Designer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0176" y="2468880"/>
            <a:ext cx="2468880" cy="320040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63347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WEEK 3 · DAYS 13–19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971800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347472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Stripe Connect Express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Invoice creation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Email notifications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0224" y="2468880"/>
            <a:ext cx="2468880" cy="320040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4816" y="263347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WEEK 4 · DAYS 20–30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971800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347472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Mobile QA (375px)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Prod deploy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AEB8C7"/>
                </a:solidFill>
              </a:rPr>
              <a:t>→  3 beta users onboarded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05 · CHECKPOINTS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5 Gates Between Idea and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91440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94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194560"/>
            <a:ext cx="228600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2494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194560"/>
            <a:ext cx="7132320" cy="34747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49424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PASS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42032"/>
            <a:ext cx="9144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334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542032"/>
            <a:ext cx="22860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26334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Client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542032"/>
            <a:ext cx="71323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26334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Client receives magic link → views project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99232"/>
            <a:ext cx="9144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2999232"/>
            <a:ext cx="22860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30906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Full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999232"/>
            <a:ext cx="71323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30906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Brief → upload → feedback works end-to-end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56432"/>
            <a:ext cx="9144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547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3456432"/>
            <a:ext cx="22860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3547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Revenue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456432"/>
            <a:ext cx="71323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5478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First real Stripe payment processed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13632"/>
            <a:ext cx="9144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050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3913632"/>
            <a:ext cx="228600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4005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Polish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913632"/>
            <a:ext cx="7132320" cy="420624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40050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All TIER1 features shipped, zero known blockers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70832"/>
            <a:ext cx="9144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4622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4370832"/>
            <a:ext cx="228600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44622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Launch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4370832"/>
            <a:ext cx="7132320" cy="420624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44622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2F7"/>
                </a:solidFill>
              </a:rPr>
              <a:t>3 beta users onboarded, first invoice paid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06 · 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How the first 10 customers arrive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Day 1: Post in Hexagon Slack + Dribbble Discord — 'built this for myself, want beta?'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Week 1: Founder uses it on their own client work — screenshot the experience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Week 2: 3 beta users onboarded free — get raw feedback before charging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Week 4: First paid plan activated ($29/mo) — social proof for wider launch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EEF2F7"/>
                </a:solidFill>
              </a:rPr>
              <a:t>→  Month 2: Product Hunt launch + 'how I built this in 30 days' Twitter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EB8C7"/>
                </a:solidFill>
              </a:rPr>
              <a:t>Distribution advantage: you're selling to your own community. Designers trust designers, not SaaS companies.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45720" cy="777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06 · 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Simple. Predictable. Scalable.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$29/mo per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Unlimited projects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Unlimited clients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All features included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No per-client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$348 ARR PER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PATH TO $10K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Milestones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Month 1: 3 beta users (free)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Month 2: 10 paid → $290/mo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Month 6: 50 paid → $1,450/mo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Month 12: 350 paid → $10,150/mo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350 SOLO DESIGNERS = $10K 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CHAPTER 07 · AI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2F7"/>
                </a:solidFill>
              </a:rPr>
              <a:t>Two AI features queued for post-launch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AUTO-INVOICE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Brief → Amount Suggestion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Reads scope, deadline, budget from brief answers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Suggests invoice amount with confidence range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Model: Claude Haiku — &lt;$0.001/call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Rate limit: 10 suggestions/user/day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LOW COST · HIGH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423160"/>
            <a:ext cx="5029200" cy="347472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</a:rPr>
              <a:t>FEEDBACK SENTIMENT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F2F7"/>
                </a:solidFill>
              </a:rPr>
              <a:t>After Client Comments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832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Surfaces: 'Client is happy / has concerns about X'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Saves designer from reading 12 comments before a call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Model: Claude Haiku — &lt;$0.001/call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AEB8C7"/>
                </a:solidFill>
              </a:rPr>
              <a:t>→  All 4 AI validation tests: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440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POST-LAUNCH · MONTH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DD4BF"/>
                </a:solidFill>
              </a:rPr>
              <a:t>Ship it in 30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EB8C7"/>
                </a:solidFill>
              </a:rPr>
              <a:t>Schema is designed. Stack is chosen. First week's code is drafted.
Day 1 starts with  npx create-next-app  and a Supabase project. The rest follows the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9748A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