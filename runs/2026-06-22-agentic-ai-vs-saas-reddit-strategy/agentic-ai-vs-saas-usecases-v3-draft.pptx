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97135" y="0"/>
            <a:ext cx="219456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9713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USE-CASE STRATEGY · MARKET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Agentic AI vs. SaaS: Which Use Cases Flip To Agents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Eight workflows agents are replacing today — the SaaS each displaces, the proof, and a scorecard to grade your stack use case by use case.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8 use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3 deep-dives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937760"/>
            <a:ext cx="2697480" cy="566928"/>
          </a:xfrm>
          <a:prstGeom prst="roundRect">
            <a:avLst>
              <a:gd name="adj" fmla="val 12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074920"/>
            <a:ext cx="2697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15 cited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5B6B7C"/>
                </a:solidFill>
                <a:latin typeface="Calibri"/>
              </a:rPr>
              <a:t>Authentic strategy — no covert Reddit insertions / astroturfing.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Agents Replace Workflows, Not Software In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BLUF · Situation → Insight → Recommendation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FFFFFF"/>
                </a:solidFill>
                <a:latin typeface="Calibri"/>
              </a:rPr>
              <a:t>Per-seat software is being repriced where the seat wraps a repetitive workflow: ~$300B of vendor value erased in 2026. The disruption is use-case-specific — eight workflows are flipping to agents 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5B6B7C"/>
                </a:solidFill>
                <a:latin typeface="Calibri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Per-seat = one login per human worker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Reddit: 790+ r/SaaS founder threads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Operators posting real swaps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8218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386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Workflow-heavy + logic-light flips first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Systems of record compound (data moat)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Gartner: 35% of point SaaS gone by 2030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606040"/>
            <a:ext cx="3515258" cy="26974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6060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2697480"/>
            <a:ext cx="351525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8964" y="3246120"/>
            <a:ext cx="3112922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Grade the stack use case by use case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Keep / renegotiate / replace, with math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•  Publish it as a pre-sales 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50992"/>
            <a:ext cx="10637215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ASK:  Build the "Agent Replacement Scorecard" around the eight use cases that follow.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Argument In Five Beats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Situation → Complication → Question → Answer →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014057" cy="54864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5B6B7C"/>
                </a:solidFill>
                <a:latin typeface="Calibri"/>
              </a:rPr>
              <a:t>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Buyers pay per seat for software that wraps a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121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8729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18729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8729" y="1920240"/>
            <a:ext cx="2014057" cy="5486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8729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E05A6B"/>
                </a:solidFill>
                <a:latin typeface="Calibri"/>
              </a:rPr>
              <a:t>COMPLICATION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5033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Agents now do the workflow — no seat needed. ~$300B repriced in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6210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8818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88818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8818" y="1920240"/>
            <a:ext cx="2014057" cy="54864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8818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2A83B"/>
                </a:solidFill>
                <a:latin typeface="Calibri"/>
              </a:rPr>
              <a:t>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5122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Which use cases flip to agents now, and which stay?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6300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8908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58908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58908" y="1920240"/>
            <a:ext cx="2014057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58908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5212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Workflow-heavy, logic-light jobs flip; systems of record compound.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389" y="3200400"/>
            <a:ext cx="3474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8997" y="1920240"/>
            <a:ext cx="2014057" cy="338328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28997" y="1920240"/>
            <a:ext cx="2014057" cy="502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28997" y="1920240"/>
            <a:ext cx="2014057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8997" y="2048256"/>
            <a:ext cx="2014057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75301" y="2651760"/>
            <a:ext cx="1721449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Grade every use case: keep / renegotiate / replace.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Eight Use Cases Are Flipping To Agents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has well-defined outputs and deterministic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2768"/>
            <a:ext cx="11094415" cy="420624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550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16550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AGENTS (examples)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165506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SAAS IT DISPLACES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0888" y="1655064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93392"/>
            <a:ext cx="11094415" cy="53035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93392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1226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Customer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103120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Sierra, Decagon, Intercom Fin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103120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Per-seat help desks, QA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2103120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Klarna ≈ 700 reps; ~80% auto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23744"/>
            <a:ext cx="1109441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523744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642616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Sales outreach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2633472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11x, Artisan, AISDR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633472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Outreach, Apollo, ZoomInfo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63347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Replacement Index 9/10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054096"/>
            <a:ext cx="11094415" cy="53035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054096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172968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IT helpdesk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3163824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Moveworks, Aisera, Glean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3163824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ITSM seats (ServiceNow tier-1)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3163824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30–40%+ no-touch resolve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84448"/>
            <a:ext cx="1109441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84448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70332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Finance / 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3694176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Pilot, Tropic, Anrok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3694176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Close &amp; AP software seats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3694176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Absorbs the AP-clerk role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14800"/>
            <a:ext cx="11094415" cy="53035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114800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233672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Recruiting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0128" y="4224528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Paradox, Mercor, Hirevue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224528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Recruiter ATS, LinkedIn Recruiter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4224528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Zero recruiters, first 3 stages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645152"/>
            <a:ext cx="1109441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645152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76402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Legal research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0128" y="4754880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Harvey, Legora, Spellbook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8" y="4754880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Westlaw, LexisNexis, CLM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888" y="4754880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AmLaw cutting classes 15–30%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75504"/>
            <a:ext cx="11094415" cy="53035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175504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294376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Marketing 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0128" y="5285232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Jasper, Copy.ai, AdCreative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64808" y="5285232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Marketo / Pardot seats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0888" y="5285232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7-figure ARR with F500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705856"/>
            <a:ext cx="11094415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5705856"/>
            <a:ext cx="64008" cy="5303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5824728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Customer success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0128" y="5815584"/>
            <a:ext cx="292608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Catalyst, Vitally AI, Galileo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64808" y="5815584"/>
            <a:ext cx="26517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CSM tooling seats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90888" y="5815584"/>
            <a:ext cx="25603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9B82"/>
                </a:solidFill>
                <a:latin typeface="Calibri"/>
              </a:rPr>
              <a:t>~60% of the CSM job ladder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1 — Customer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Tier-1 ticket resolution · displaces per-seat help desks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A 100-agent support team, each on a per-seat help-desk license. Ticket volume scales cost linearly, yet Tier-1 work is repetitive and well-defined.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Deploy an AI support agent that autonomously resolves ~80% of ticket volume and escalates the rest. Humans move from first-line response to escalation management.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~80%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tickets auto-resolved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~700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reps-equiv (Klarna)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80–90%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seat cut, wave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Ingest ticket +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Classify &amp;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Resolve or escalate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Write to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LLM agent  ·  RAG  ·  MCP tools  ·  Escalation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Per-seat help desks (Zendesk-style)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QA scoring tools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Lower-tier BPO contracts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Klarna AI ≈ 700 reps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Sierra, Decagon, Intercom Fin live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Support: 80–90% seat cuts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2 — Sales Outreach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Prospecting + sequencing · displaces per-rep engagement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SDR teams are the heaviest users of sales-engagement software — one seat per rep for prospecting, enrichment, and multi-channel sequencing.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One coordinated agent infrastructure runs research, personalization, and outreach end-to-end. No per-rep seats; the team supervises outcomes instead of operating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agent infra vs. N seats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9/10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Replacement 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rep time non-selling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Find buying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Enrich &amp; personalize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Run sequence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Route replies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LLM agent  ·  Data APIs  ·  Email/LinkedIn  ·  CRM write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Outreach / Salesloft seats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Enrichment (ZoomInfo/Apollo)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Per-seat sequencers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11x, Artisan, AISDR live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Agentic wins SMB outbound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Hybrid still wins enterprise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Use Case 3 — IT Helpdesk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Tier-1 tickets &amp; requests · displaces per-seat ITSM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86200" cy="43434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8862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34290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IT staff on per-seat ITSM licenses spend hours on password resets, ticket triage, and status updates — repetitive, well-documented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34290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 AI service agent resolves common requests end-to-end and routes the rest, working inside the existing ITSM as the system of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30–40%+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tickets no-touch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11898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1898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L1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5050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role absorbed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14636" y="1645920"/>
            <a:ext cx="2128418" cy="9601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4636" y="1737360"/>
            <a:ext cx="21284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A1628"/>
                </a:solidFill>
                <a:latin typeface="Calibri"/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7788" y="2249424"/>
            <a:ext cx="198211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coverage, no seats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83464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Classify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4889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5785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225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7225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Pull KB/runbook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1515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2411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3851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3851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Resolve or 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8141" y="3401568"/>
            <a:ext cx="2926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29037" y="3200400"/>
            <a:ext cx="1514017" cy="8229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0477" y="3273552"/>
            <a:ext cx="133113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0477" y="3511296"/>
            <a:ext cx="133113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Update ticket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251960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9B82"/>
                </a:solidFill>
                <a:latin typeface="Calibri"/>
              </a:rPr>
              <a:t>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42816"/>
            <a:ext cx="611093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LLM agent  ·  Runbooks  ·  ITSM API  ·  Routing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9160" y="4709160"/>
            <a:ext cx="3329787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DISPLACES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3752" y="5129784"/>
            <a:ext cx="300060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ITSM tier-1 seats (ServiceNow)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Internal KB products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The L1 helpdesk role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3267" y="4709160"/>
            <a:ext cx="3329787" cy="1371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7859" y="4818888"/>
            <a:ext cx="300060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7859" y="5129784"/>
            <a:ext cx="3000603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Moveworks, Aisera, Glean live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ServiceNow: 30–40% resolvable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Password resets fully auto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Exposure Concentrates By Use Case, Not By Vendor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Agent Replacement Index: 189 categories; 44 scored ≥8; only 3 scored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73152" cy="1033271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HIGHEST RISK 8–10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856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Sales outreach, cold email, funnel builders, time tracking, scheduling, support tickets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77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Visual UI over a task models now do natively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80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73152" cy="1033271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2A83B"/>
                </a:solidFill>
                <a:latin typeface="Calibri"/>
              </a:rPr>
              <a:t>REPRICING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99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CRM (~$100B), ITSM (~$15–20B), HCM (~$30–40B)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520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Per-seat for reps doing data entry/triage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73152" cy="1033271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LIVE REPLACEMENT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142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Support, outreach, recruiting, legal, marketing ops, finance/AP, 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663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Well-defined outputs + deterministic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66360"/>
            <a:ext cx="11094415" cy="1033271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166360"/>
            <a:ext cx="2286000" cy="1033271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66360"/>
            <a:ext cx="73152" cy="1033271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2011680" cy="1033271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RESILIENT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5285232"/>
            <a:ext cx="8351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ERP, payroll, compliance, regulated vertical SaaS, systems of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806440"/>
            <a:ext cx="8351215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Data moats, auditability, write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Win Trust With The Nuance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hybrid model is what operators actually adopt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64327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HYPE 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0712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"Replace all your SaaS with one agent"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Per-seat is dead overnight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$19/mo agent beats every $300 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364327" cy="2743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DATA SAYS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4907127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Selective unbundling — ~65% of SaaS survives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Agent does the work; dashboard = audit layer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Hallucination risk gates full autonomy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Position to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10545775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Tell buyers exactly which use cases to keep, renegotiate, or replace — and prove it with the build-vs-buy math the "just build it" crowd skips.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Flagship Asset: The Agent Replacement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Grade each use case → keep / renegotiate / replace, with build-vs-buy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4415" cy="420624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73936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77393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7393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DETERMIN.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77393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DATA MOAT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73936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VERDICT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1773936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BUILD-VS-BUY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12264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95144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Support tickets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27685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30428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27685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30428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2276856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2304288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276856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30428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29514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80 seats → 1 agent + KB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15768"/>
            <a:ext cx="11094415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89864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Sales outreach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28803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290779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8803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90779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288036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0" y="2907792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88036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90779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59" y="28986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Per-rep seats → 1 agent infra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319272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502152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CRM data entry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348386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46120" y="3511296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48386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3511296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0" y="3483864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3511296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483864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5112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RENEGOTIATE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59" y="35021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Drop seats; keep the system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922776"/>
            <a:ext cx="11094415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105656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Financial close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46120" y="408736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46120" y="4114800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408736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3400" y="4114800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0" y="4087368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0" y="4114800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408736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1148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RENEGOTIATE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59" y="4105656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Agent assists; human signs off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526280"/>
            <a:ext cx="11094415" cy="6035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4709160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1B2B3C"/>
                </a:solidFill>
                <a:latin typeface="Calibri"/>
              </a:rPr>
              <a:t>Backup / archival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46120" y="469087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46120" y="4718304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43400" y="469087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43400" y="4718304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0" y="4690872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0" y="4718304"/>
            <a:ext cx="4572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4690872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471830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KEEP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95359" y="470916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Not a workflow — infrastructure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23951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H / M / L = intensity of each factor; the verdict weighs all three. Illustrative judgment, not measured data. Low data moat + high volume + high determinism → replace.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Five Angles That Convert Use Cases To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maps to a real buyer question from the threads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Agent Replacement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Grade a buyer's stack use case by use case (keep/renegotiate/replace). Flagship magnet.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6898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Renewal Leverage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Turn repricing into a procurement playbook — vendors under margin pressure negotiate.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178308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187452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6476" y="189280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What Actually Survives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0676" y="265176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Contrarian: system-of-record + data moats compound. Counter-programs the hype.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7764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99592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Operator Teardown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Annotate the $15k→$271/mo Reddit swap: what's real, what's underestimated.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8218" y="3886200"/>
            <a:ext cx="3515258" cy="192024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38218" y="3886200"/>
            <a:ext cx="777240" cy="5486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8218" y="3977640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6898" y="3995928"/>
            <a:ext cx="2509418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1B2B3C"/>
                </a:solidFill>
                <a:latin typeface="Calibri"/>
              </a:rPr>
              <a:t>Is Your SaaS Broken For Agents?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1098" y="4754880"/>
            <a:ext cx="3149498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Agent-readiness checklist for founders (the u/yolosollo angle).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Earn Citation — Don't Plant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line this strategy will not cross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64327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 — EARN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4907127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Publish long-form on OWN channels (blog / newsletter / LinkedIn) so it ranks and is cited on merit.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Engage Reddit threads transparently, with disclosure when you have a stake — lead with genuine help.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Pull 3–5 attributed verbatim quotes (with links) into the long-form — credit the authors.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Let LLM citation happen because the content is the best answer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83080"/>
            <a:ext cx="5364327" cy="40233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1783080"/>
            <a:ext cx="5364327" cy="50292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364327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DON'T — ASTROTURF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487168"/>
            <a:ext cx="4907127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covert, disguised-as-organic comments engineered to be lifted by scrapers.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targeting specific threads with planted brand mentions ("injection points").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coordinated inauthentic behavior — it violates Reddit TOS and breaks trust.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No headless scraping to "bypass API restrictions" as a growth tactic.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References &amp;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Current web discovery via Exa · GBrain recall attempted (PGLite lock, unavailable)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64327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Bain &amp; Company — "Will Agentic AI Disrupt SaaS?" (2025-09-23)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L.E.K. — "Revolution or Extinction? SaaS in the Age of Agentic AI" (2025-06-24)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Value Add VC — "AI Agents Replacing Entire Workflows" (2026-05-30)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4. every.rocks — "The SaaSpocalypse Is Here" (2026-05-25)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5. AgentMarketCap — "The Agent Layer Eating SaaS: $300B Erased" (2026-04-06)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6. WhatAreTheBest — "Agent Replacement Index: 189 categories" (2026-04-13)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7. MindStudio — "SaaS Pricing Is Breaking" (2026-04-15)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8. Coommit — "Service-as-Software: 8 Categories AI Agents Replace" (2026-05-12)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5364327" cy="4206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9. DeepSignal — "AI Is Repricing Software: Which Moats Survive" (2026-04-06)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10. Built In — "AI Agents Are Disrupting SaaS" (2026-03-18)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11. TheAgentTimes — "Reddit Debate: Builder Economics of Replacing SaaS" (2026-04-19)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12. Lobster Pack — "SMBs replacing $500–$20K/mo SaaS stacks" (2026-03-23)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13. Discury — r/SaaS founder-thread digests (790+ indexed)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14. Intellectia — "Will AI Disrupt SaaS? 2026" (Gartner 35%-by-2030) (2026-02-25)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15. inmydata — "How Business Software Survives the Agentic Era" (2026-03-06)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Communities: r/SaaS, r/artificial (quotes attributed to public usernames).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From use cases to a published 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46304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0428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Build the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43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Grade the 8 use cases (keep/renegotiate/replace) with build-vs-buy math.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1927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6440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Add positioning (optional)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Name a real brand/offer and fold in honest positioning + a CTA.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27939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22452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Embed the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63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Drop the attributed Reddit quotes + named agent vendors into the long-form.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39512"/>
            <a:ext cx="54864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84648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Ship on owned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Publish, then engage relevant threads transparently. No planted comments.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vs. SaaS · Use-Case Strategy | 2026-06-22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