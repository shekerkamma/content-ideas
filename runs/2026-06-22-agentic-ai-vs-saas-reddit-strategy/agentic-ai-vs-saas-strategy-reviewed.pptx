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97135" y="0"/>
            <a:ext cx="21945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MARKET INTELLIGENCE · CONTENT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Agentic AI vs. SaaS: The Content Opportunity in the SaaSpocalypse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What Reddit builders and the market are saying about AI agents replacing SaaS — and the honest content angles that win buyer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r/SaaS + r/artificial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Bain · Gartner · L.E.K.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15 cited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5B6B7C"/>
                </a:solidFill>
                <a:latin typeface="Calibri"/>
              </a:rPr>
              <a:t>Note: authentic strategy — no covert Reddit insertions / astroturfing.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SaaSpocalypse: Real And Repriced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BLUF · Situation → Insight →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In 5 months of 2026 the market repriced seat-based software: Salesforce &amp; ServiceNow each −~30% YTD, ~$300B vendor market cap erased. The builder community has a plain-language thesis; analysts have the framework. The gap is a trustworthy operator voice.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"SaaSpocalypse" coined by investors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Reddit: 790+ r/SaaS founder threads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"The End of Software": 88 upvotes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8218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Disruption = selective unbundling, not death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Gartner: 35% of point SaaS gone by 2030 (65% survives)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Per-seat breaks; system-of-record compounds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Publish the buyer-side "keep/replace/renegotiate" framework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Lead with nuance, not hype or denial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Distribute on owned channels; cite real quotes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50992"/>
            <a:ext cx="10637215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ASK:  Build the "Agent Replacement Scorecard" as the flagship asset — a pre-sales magnet for build-vs-buy conversations.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Operators Are Already Swapping Stacks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the conversation looks like right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567863" cy="21031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56786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B800"/>
                </a:solidFill>
                <a:latin typeface="Calibri"/>
              </a:rPr>
              <a:t>$300B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80360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vendor market cap erased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401568"/>
            <a:ext cx="234840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SaaSpocalypse, 2026 YTD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83080"/>
            <a:ext cx="2567863" cy="21031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0823" y="2057400"/>
            <a:ext cx="256786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B800"/>
                </a:solidFill>
                <a:latin typeface="Calibri"/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551" y="2880360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cost cut in one Reddit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3401568"/>
            <a:ext cx="234840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$15k/mo ops+mktg → $271/mo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83080"/>
            <a:ext cx="2567863" cy="21031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2057400"/>
            <a:ext cx="256786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B800"/>
                </a:solidFill>
                <a:latin typeface="Calibri"/>
              </a:rPr>
              <a:t>790+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2880360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r/SaaS founder threads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3401568"/>
            <a:ext cx="234840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indexed on AI-vs-SaaS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1783080"/>
            <a:ext cx="2567863" cy="21031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5191" y="2057400"/>
            <a:ext cx="256786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B800"/>
                </a:solidFill>
                <a:latin typeface="Calibri"/>
              </a:rPr>
              <a:t>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4919" y="2880360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point SaaS replaced by 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3401568"/>
            <a:ext cx="234840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Gartner — 65% survives, evolved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11094415" cy="18288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708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The pattern operators describe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10545775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Sweet spot = workflow-heavy, logic-light SaaS: support triage, social monitoring, lead routing, scheduling, basic reporting.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Klarna AI ≈ 700 support reps; Salesforce Agentforce 5,000+ deals in 6 months; seat reductions 30–40% (up to 80–90% in support).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Reality check from the same threads: maintenance, security patching, variable API cost, and the builder's own time are underestimated.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Builder Thesis, In Their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Verbatim, attributed — cited, never planted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4415" cy="1325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" cy="13258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1045433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1">
                <a:solidFill>
                  <a:srgbClr val="1B2B3C"/>
                </a:solidFill>
                <a:latin typeface="Calibri"/>
              </a:rPr>
              <a:t>"Classic SaaS is fundamentally a workaround. Nobody wants a dashboard. Nobody wants to 'manage their pipeline.'"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1045433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u/Lyassou · r/SaaS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64408"/>
            <a:ext cx="11094415" cy="1325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64408"/>
            <a:ext cx="73152" cy="13258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1045433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1">
                <a:solidFill>
                  <a:srgbClr val="1B2B3C"/>
                </a:solidFill>
                <a:latin typeface="Calibri"/>
              </a:rPr>
              <a:t>"Your customers are going to start sending AI agents to do tasks in your product… your SaaS is probably broken for agents."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97096"/>
            <a:ext cx="1045433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u/yolosollo · r/SaaS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45736"/>
            <a:ext cx="11094415" cy="1325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745736"/>
            <a:ext cx="73152" cy="13258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10328"/>
            <a:ext cx="1045433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1">
                <a:solidFill>
                  <a:srgbClr val="1B2B3C"/>
                </a:solidFill>
                <a:latin typeface="Calibri"/>
              </a:rPr>
              <a:t>"Analysts ask about our AI strategy on every earnings call — how AI agents will disrupt our business model."  (23% revenue growth, stock −45%)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78424"/>
            <a:ext cx="1045433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u/Stock-Parking-411 · r/SaaS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UI-Over-Data Loses; Records Compound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Agent Replacement Index: 189 categories; 44 scored ≥8; only 3 scored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1033271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HIGHEST RISK 8–10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56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Sales outreach, cold email, funnel builders, time tracking, scheduling, task lists, support tickets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Visual UI over a task models now do natively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73152" cy="1033271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2A83B"/>
                </a:solidFill>
                <a:latin typeface="Calibri"/>
              </a:rPr>
              <a:t>REPRICING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99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CRM (~$100B), ITSM (~$15–20B), HCM (~$30–40B)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20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Per-seat for reps doing data entry/triage; 65% of rep time is non-selling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73152" cy="1033271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LIVE REPLACEMENT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42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Support, outreach, recruiting, legal, marketing ops, IT helpdesk, finance/AP, CS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663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Well-defined outputs + deterministic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166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73152" cy="1033271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RESILIENT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285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ERP, payroll, compliance, regulated vertical SaaS, backup/archival, systems of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806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Data moats, auditability, write access — agents need them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Win Trust With The Nuance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hybrid model is what operators actually adopt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HYPE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"Replace all your SaaS with one agent"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Per-seat is dead overnight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$19/mo agent beats every $300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DATA SAYS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Selective unbundling, not destruction (65% survives)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Agent does the work; dashboard becomes the audit/verification layer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Hallucination risk gates autonomy — the "cockpit" stays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Position to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54577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Be the operator who tells buyers exactly which line items to keep, renegotiate, or replace — and proves it with the build-vs-buy math the "just build it" crowd skips.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Five Angles That Convert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maps to a real buyer question from the threads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Agent Replacement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Buyer-side keep/renegotiate/replace framework on the Bain 2×2 + Replacement Index. Flagship magnet.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6898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Renewal Leverage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Turn the SaaSpocalypse into a procurement playbook — vendors under margin pressure negotiate.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6476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What Actually Survives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Contrarian: system-of-record + data moats compound. Counter-programs the hype.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Operator Teardown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Annotate the $15k→$271/mo Reddit story: what's real, what's underestimated.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8218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8218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6898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Is Your SaaS Broken For Agents?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098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Agent-readiness checklist for founders (the u/yolosollo angle).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Earn Citation — Don't Plant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line this strategy will not cross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 — EARN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Publish long-form on OWN channels (blog / newsletter / LinkedIn) so it ranks and is cited on merit.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Engage Reddit threads transparently, with disclosure when you have a stake — lead with genuine help.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Pull 3–5 attributed verbatim quotes (with links) into the long-form — credit the authors.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Let LLM citation happen because the content is the best answer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DON'T — ASTROTURF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covert, disguised-as-organic comments engineered to be lifted by scrapers.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targeting specific threads with planted brand mentions ("injection points").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coordinated inauthentic behavior — it violates Reddit TOS and breaks trust.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headless scraping to "bypass API restrictions" as a growth tactic.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References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Current web discovery via Exa · GBrain recall attempted (PGLite lock, unavailable)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64327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Bain &amp; Company — "Will Agentic AI Disrupt SaaS?" (2025-09-23)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L.E.K. — "Revolution or Extinction? Rethinking SaaS in the Age of Agentic AI" (2025-06-24)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Value Add VC (T. Cohen) — "How AI Agents Are Replacing Entire Workflows" (2026-05-30)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every.rocks — "The SaaSpocalypse Is Here" (2026-05-25)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5. AgentMarketCap — "The Agent Layer Eating SaaS: $300B Erased" (2026-04-06)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6. WhatAreTheBest — "Agent Replacement Index: 189 categories" (2026-04-13)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7. MindStudio — "SaaS Pricing Is Breaking: Per-Seat in the AI Agent Era" (2026-04-15)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8. Coommit — "Service-as-Software: 8 SaaS Categories AI Agents Replace" (2026-05-12)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5364327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9. DeepSignal — "AI Is Repricing Software: Which Moats Survive" (2026-04-06)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10. Built In — "AI Agents Are Disrupting SaaS" (2026-03-18)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11. TheAgentTimes — "Reddit Debate: Builder Economics of Replacing SaaS" (2026-04-19)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12. Lobster Pack — "SMBs replacing $500–$20K/mo SaaS stacks" (2026-03-23)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13. Discury — r/SaaS founder-thread digests (790+ indexed)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14. Intellectia — "Will AI Disrupt SaaS? 2026" (Gartner 35%-by-2030) (2026-02-25)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15. inmydata — "How Business Software Survives the Agentic Era" (2026-03-06)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Communities: r/SaaS, r/artificial (quotes attributed to public usernames).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From intelligence to published 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Draft the flagship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43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Build the Agent Replacement Scorecard (keep/renegotiate/replace) as the lead asset.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6440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 positioning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Name a real brand/offer and fold in honest positioning + a CTA.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245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Embed the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Drop the 3–5 attributed Reddit quotes (with links) into the long-form.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951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846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Ship on owned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Publish, then engage relevant threads transparently. No planted comments.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vs. SaaS · Reddit + Market Intelligence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