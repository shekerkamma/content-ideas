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97135" y="0"/>
            <a:ext cx="21945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USE-CASE STRATEGY · 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Agentic AI vs. SaaS: Which Use Cases Flip To Agents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Five workflows agents are replacing today — the SaaS each displaces, the proof, and how to grade your stack use case by use 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Support · Sales ·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Finance · Recruiting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15 cited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5B6B7C"/>
                </a:solidFill>
                <a:latin typeface="Calibri"/>
              </a:rPr>
              <a:t>Authentic strategy — no covert Reddit insertions / astroturfing.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Agents Replace Workflows, Not Software In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BLUF · Situation → Insight →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Per-seat software is being repriced where the seat wraps a repetitive workflow: ~$300B of vendor value erased in 2026. The disruption is use-case-specific — five workflows are flipping to agents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Per-seat = one login per human worker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Reddit: 790+ r/SaaS founder threads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Operators posting real swaps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8218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Workflow-heavy + logic-light flips first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Systems of record compound (data moat)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Gartner: 35% of point SaaS gone by 2030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Grade the stack use case by use case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Keep / renegotiate / replace, with math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Publish it as a pre-sales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50992"/>
            <a:ext cx="10637215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ASK:  Build the "Agent Replacement Scorecard" around the top 5 use cases that follow.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Argument In Five Beats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Situation → Complication → Question → Answer →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014057" cy="5486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Buyers pay per seat for software that wraps a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121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8729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8729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8729" y="1920240"/>
            <a:ext cx="2014057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8729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5A6B"/>
                </a:solidFill>
                <a:latin typeface="Calibri"/>
              </a:rPr>
              <a:t>COMPLICATION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5033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Agents now do the workflow — no seat needed. ~$300B repriced in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6210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8818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8818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8818" y="1920240"/>
            <a:ext cx="2014057" cy="54864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8818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5122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Which use cases flip to agents now, and which stay?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6300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8908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8908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8908" y="1920240"/>
            <a:ext cx="2014057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8908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5212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Workflow-heavy, logic-light jobs flip; systems of record compound.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389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8997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28997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8997" y="1920240"/>
            <a:ext cx="2014057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997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5301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Grade every use case: keep / renegotiate / replace.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Five Use Cases Are Flipping To Agents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has well-defined outputs and deterministic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78308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AGENTS (examples)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178308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SAAS IT DISPLACES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928" y="178308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1094415" cy="78638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64008" cy="7863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Customer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295144"/>
            <a:ext cx="3017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Sierra, Decagon, Intercom Fin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295144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Per-seat help desks, QA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0928" y="2295144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Klarna ≈ 700 reps; 80% auto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35224"/>
            <a:ext cx="11094415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35224"/>
            <a:ext cx="64008" cy="7863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118104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Sales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081528"/>
            <a:ext cx="3017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11x, Artisan, AISDR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081528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Outreach, Apollo, ZoomInfo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3081528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Index score 9/10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21608"/>
            <a:ext cx="11094415" cy="78638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21608"/>
            <a:ext cx="64008" cy="7863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9044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IT helpdesk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3867912"/>
            <a:ext cx="3017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Moveworks, Aisera, Glean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3867912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ITSM seats (ServiceNow tier-1)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867912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30–40%+ no-touch resolve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07992"/>
            <a:ext cx="11094415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07992"/>
            <a:ext cx="64008" cy="7863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69087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Finance / 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4654296"/>
            <a:ext cx="3017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Pilot, Tropic, Anrok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4654296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Close &amp; AP software seats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4654296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Absorbs the AP-clerk role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94376"/>
            <a:ext cx="11094415" cy="78638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294376"/>
            <a:ext cx="64008" cy="7863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47725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Recruiting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3008" y="5440680"/>
            <a:ext cx="3017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Paradox, Mercor, Hirevue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5440680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Recruiter ATS, LinkedIn Recruiter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5440680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Zero recruiters, first 3 stages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1 — Customer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Tier-1 ticket resolution · displaces per-seat help desks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 100-agent support team, each on a per-seat help-desk license. Ticket volume scales cost linearly, yet Tier-1 work is repetitive and well-defined.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Deploy an AI support agent that autonomously resolves ~80% of ticket volume and escalates the rest. Humans move from first-line response to escalation management.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~80%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tickets auto-resolved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~700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reps-equiv (Klarna)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80–90%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seat cut, wave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Ingest ticket +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Classify &amp;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Resolve or escalate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Write to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RAG  ·  MCP tools  ·  Escalation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Per-seat help desks (Zendesk-style)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QA scoring tools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Lower-tier BPO contracts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Klarna AI ≈ 700 reps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Sierra, Decagon, Intercom Fin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Support: 80–90% seat cuts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2 — Sales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Prospecting + sequencing · displaces per-rep engagement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SDR teams are the heaviest users of sales-engagement software — one seat per rep for prospecting, enrichment, and multi-channel sequencing.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 coordinated agent infrastructure runs research, personalization, and outreach end-to-end. No per-rep seats; the team supervises outcomes instead of operating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agent infra vs. N seats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9/10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Replacement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 time non-selling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Find buying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Enrich &amp; personalize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Run 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Route replies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Data APIs  ·  Email/LinkedIn  ·  CRM write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Outreach / Salesloft seats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Enrichment (ZoomInfo/Apollo)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Per-seat sequencers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11x, Artisan, AISDR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Agentic wins SMB outbound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Hybrid still wins 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Exposure Concentrates By Use Case, Not By Vendor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Agent Replacement Index: 189 categories; 44 scored ≥8; only 3 scored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1033271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HIGHEST RISK 8–10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56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Sales outreach, cold email, funnel builders, time tracking, scheduling, support tickets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Visual UI over a task models now do natively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73152" cy="1033271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2A83B"/>
                </a:solidFill>
                <a:latin typeface="Calibri"/>
              </a:rPr>
              <a:t>REPRICING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99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CRM (~$100B), ITSM (~$15–20B), HCM (~$30–40B)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20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Per-seat for reps doing data entry/triage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73152" cy="1033271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LIVE REPLACEMENT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42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Support, outreach, recruiting, legal, marketing ops, finance/AP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663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Well-defined outputs + deterministic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166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73152" cy="1033271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RESILIENT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285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ERP, payroll, compliance, regulated vertical SaaS, systems of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806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Data moats, auditability, write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Win Trust With The Nuance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hybrid model is what operators actually adopt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HYPE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"Replace all your SaaS with one agent"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Per-seat is dead overnight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$19/mo agent beats every $300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DATA SAYS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Selective unbundling — ~65% of SaaS survives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Agent does the work; dashboard = audit layer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Hallucination risk gates full autonomy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Position to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54577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Tell buyers exactly which use cases to keep, renegotiate, or replace — and prove it with the build-vs-buy math the "just build it" crowd skips.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Five Angles That Convert Use Cases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maps to a real buyer question from the threads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Agent Replacement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Grade a buyer's stack use case by use case (keep/renegotiate/replace). Flagship magnet.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6898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Renewal Leverage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Turn repricing into a procurement playbook — vendors under margin pressure negotiate.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6476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What Actually Survives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Contrarian: system-of-record + data moats compound. Counter-programs the hype.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Operator Teardown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Annotate the $15k→$271/mo Reddit swap: what's real, what's underestimated.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8218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8218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6898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Is Your SaaS Broken For Agents?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098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Agent-readiness checklist for founders (the u/yolosollo angle).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Earn Citation — Don't Plant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line this strategy will not cross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 — EARN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Publish long-form on OWN channels (blog / newsletter / LinkedIn) so it ranks and is cited on merit.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Engage Reddit threads transparently, with disclosure when you have a stake — lead with genuine help.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Pull 3–5 attributed verbatim quotes (with links) into the long-form — credit the authors.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Let LLM citation happen because the content is the best answer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DON'T — ASTROTURF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covert, disguised-as-organic comments engineered to be lifted by scrapers.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targeting specific threads with planted brand mentions ("injection points").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coordinated inauthentic behavior — it violates Reddit TOS and breaks trust.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headless scraping to "bypass API restrictions" as a growth tactic.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References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Current web discovery via Exa · GBrain recall attempted (PGLite lock, unavailable)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64327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Bain &amp; Company — "Will Agentic AI Disrupt SaaS?" (2025-09-23)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L.E.K. — "Revolution or Extinction? SaaS in the Age of Agentic AI" (2025-06-24)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Value Add VC — "AI Agents Replacing Entire Workflows" (2026-05-30)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every.rocks — "The SaaSpocalypse Is Here" (2026-05-25)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5. AgentMarketCap — "The Agent Layer Eating SaaS: $300B Erased" (2026-04-06)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6. WhatAreTheBest — "Agent Replacement Index: 189 categories" (2026-04-13)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7. MindStudio — "SaaS Pricing Is Breaking" (2026-04-15)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8. Coommit — "Service-as-Software: 8 Categories AI Agents Replace" (2026-05-12)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5364327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9. DeepSignal — "AI Is Repricing Software: Which Moats Survive" (2026-04-06)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10. Built In — "AI Agents Are Disrupting SaaS" (2026-03-18)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11. TheAgentTimes — "Reddit Debate: Builder Economics of Replacing SaaS" (2026-04-19)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12. Lobster Pack — "SMBs replacing $500–$20K/mo SaaS stacks" (2026-03-23)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13. Discury — r/SaaS founder-thread digests (790+ indexed)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14. Intellectia — "Will AI Disrupt SaaS? 2026" (Gartner 35%-by-2030) (2026-02-25)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15. inmydata — "How Business Software Survives the Agentic Era" (2026-03-06)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Communities: r/SaaS, r/artificial (quotes attributed to public usernames).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From use cases to a published 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Build the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43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Grade the 5 use cases (keep/renegotiate/replace) with build-vs-buy math.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644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 positioning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Name a real brand/offer and fold in honest positioning + a CTA.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245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Embed the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Drop the attributed Reddit quotes + named agent vendors into the long-form.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951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846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Ship on owned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Publish, then engage relevant threads transparently. No planted comments.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