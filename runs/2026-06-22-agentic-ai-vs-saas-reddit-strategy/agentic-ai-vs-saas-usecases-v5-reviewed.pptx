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97135" y="0"/>
            <a:ext cx="21945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USE-CASE STRATEGY · 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Agentic AI vs. SaaS: The Top 25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25 agentic use cases proven across 1,302 real deployments — and the SaaS each displaces or enriches, with a scorecard to grade your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Top 25 use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1,302 deployments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23 cited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5B6B7C"/>
                </a:solidFill>
                <a:latin typeface="Calibri"/>
              </a:rPr>
              <a:t>Evidence base: Google Cloud's 1,302 gen-AI deployments (graphed). Authentic strategy — no astroturfing.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Agents Replace Workflows, Not Software In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BLUF · Situation → Insight →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Per-seat software is being repriced where the seat wraps a repetitive workflow: ~$300B of vendor value erased in 2026. We isolate the 25 use cases that are proven at scale — and grade the SaaS each hits.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Per-seat = one login per human worker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Reddit: 790+ r/SaaS founder threads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Google lists 1,302 live deployments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218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6 agent archetypes recur across 11 industries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Workflow-heavy + logic-light flips first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Systems of record compound (data moat)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Rank the top 25, map each to a SaaS verdict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Keep / renegotiate / replace, with math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Publish it as a pre-sales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10637215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ASK:  Build the "Agent Replacement Scorecard" around the Top 25 use cases that follow.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Argument In Five Beats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Situation → Complication → Question → Answer →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014057" cy="5486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Buyers pay per seat for software that wraps a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121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8729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8729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8729" y="1920240"/>
            <a:ext cx="2014057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8729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5A6B"/>
                </a:solidFill>
                <a:latin typeface="Calibri"/>
              </a:rPr>
              <a:t>COMPLICATION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033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Agents now do the workflow — no seat needed. ~$300B repriced in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621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881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881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8818" y="1920240"/>
            <a:ext cx="2014057" cy="54864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881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512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Which use cases flip to agents now, and which stay?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630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890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890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8908" y="1920240"/>
            <a:ext cx="2014057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890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521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25 archetypes are proven across 1,302 deployments; records compound.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389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997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28997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8997" y="1920240"/>
            <a:ext cx="2014057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997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5301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Grade every use case: keep / renegotiate / replace.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The Top 25 Were Chosen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1,302 real deployments → graphed → ranked → mapped to a SaaS verdict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15258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31520" cy="5943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93392"/>
            <a:ext cx="250941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EVIDENCE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58058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Google Cloud's 1,302 real-world gen-AI deployments, split into 11 industries and built into a 77-node knowledge graph (this run).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5610" y="30175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828800"/>
            <a:ext cx="3515258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828800"/>
            <a:ext cx="731520" cy="5943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218" y="19202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6898" y="1993392"/>
            <a:ext cx="250941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ARCHETYPES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651760"/>
            <a:ext cx="3058058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The corpus collapses to 6 agent types — Customer, Employee, Creative, Code, Data, Security — recurring across every industry. We ranked the 25 most prevalent.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5188" y="30175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1828800"/>
            <a:ext cx="3515258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796" y="1828800"/>
            <a:ext cx="731520" cy="5943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7796" y="192024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6476" y="1993392"/>
            <a:ext cx="250941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SAAS 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651760"/>
            <a:ext cx="3058058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5B6B7C"/>
                </a:solidFill>
                <a:latin typeface="Calibri"/>
              </a:rPr>
              <a:t>Each archetype mapped to the SaaS category it displaces or enriches, using the Agent Replacement Index + ITOps research.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094415" cy="1143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Honesty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Deployments are real and named (Google's list). The ranking and the replace/enrich verdicts are structured judgment — directional guidance, not measured counts.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Top 25 — Customer &amp; Employee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Proof from Google's 1,302 deployments · verdict from SaaS-disruption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4415" cy="3657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64592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1645920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984" y="164592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PROOF — REAL DEPLOYMENTS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8624" y="164592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SAAS DISPLACED / ENRICHED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8944" y="16459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38528"/>
            <a:ext cx="11094415" cy="2560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CUSTOMER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768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8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Conversational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24028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Mercedes MBUX, Wendy's FreshAI, Home Depot Magic Apron, Macy's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24028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Per-seat help desks (Zendesk)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48672" y="225856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26771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60320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4261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60604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In-product owner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260604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Volkswagen myVW, GM OnStar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60604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Manuals / FAQ / deflection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48672" y="262432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63347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26080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926080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0837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97180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AI shopping / sales consultant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297180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Mercedes smart sales, Mobiauto, Best Buy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97180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Guided-selling SaaS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8672" y="299008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299923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291840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291840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37413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333756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Travel &amp; booking planner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333756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Agoda, Priceline, LATAM Cosmos, Virgin Voyages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333756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Booking / itinerary tools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8672" y="335584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48672" y="336499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657600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73989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370332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Messaging-channel chatbot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70332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LUXGEN (LINE), Banglalink REN, DT MINDR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370332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Chatbot / CCaaS bots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48672" y="372160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48672" y="373075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023360"/>
            <a:ext cx="11094415" cy="2560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05993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EMPLOYEE AGENTS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79392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4279392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36168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32511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Enterprise knowledge search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55848" y="432511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Geotab, Bosch AskBosch, Glean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432511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Enterprise search SaaS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8672" y="434340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48672" y="435254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645152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4645152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72744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469087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Doc summarization &amp; drafting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5848" y="469087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KPMG, PwC, Deloitte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69480" y="469087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Doc / productivity add-ons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48672" y="470916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48672" y="471830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010912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8640" y="5010912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09320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05663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Contact-center agent assist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5848" y="505663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Humana Agent Assist, Vodafone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9480" y="505663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CCaaS agent-assist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8672" y="507492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48672" y="508406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5376672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8640" y="5376672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545896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" y="542239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Legal research &amp; drafting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55848" y="542239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Harvey, Thomson Reuters, Deutsche Bank DB Lumina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69480" y="542239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Westlaw, LexisNexis, CLM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948672" y="544068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48672" y="544982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5742432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8640" y="5742432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82472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40" y="578815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HR / onboarding agent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55848" y="578815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Grupo Ruiz, employee-agent deployments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69480" y="578815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HR workflow SaaS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48672" y="580644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48672" y="581558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Top 25 — Creative &amp; Code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Proof from Google's 1,302 deployments · verdict from SaaS-disruption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4415" cy="3657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64592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1645920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984" y="164592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PROOF — REAL DEPLOYMENTS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8624" y="164592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SAAS DISPLACED / ENRICHED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8944" y="16459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38528"/>
            <a:ext cx="11094415" cy="2560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CREATIVE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768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8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Ad &amp; creative generation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24028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WPP, Authentic Brands Group, PODS billboard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24028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Creative production seats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48672" y="225856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26771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60320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45720" cy="3657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4261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60604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Video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260604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Veo deployments, Adobe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60604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Video editing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48672" y="262432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63347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26080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926080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0837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97180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Personalized marketing 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297180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Adobe, ElevenLabs (voice)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97180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Marketing content tools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8672" y="299008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299923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291840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291840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37413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333756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Brand / 3D asset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333756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BMW Group SORDI.ai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333756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Asset / DAM tooling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8672" y="335584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48672" y="336499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57600"/>
            <a:ext cx="11094415" cy="2560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69417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CODE AGENTS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913632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3913632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99592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95935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AI code assistant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5848" y="395935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Valeo, Broadcom (Gemini Code Assist)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395935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IDE / code-review add-ons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8672" y="397764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48672" y="398678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79392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4279392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36168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32511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Legacy-IT modernization (NL→SAP)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55848" y="432511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Suzano, Deutsche Telekom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432511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Modernization consulting / tools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8672" y="434340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48672" y="435254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645152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4645152"/>
            <a:ext cx="45720" cy="3657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72744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469087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App build / migration automation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5848" y="469087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Code-agent deployments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69480" y="469087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Low-code &amp; migration tooling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48672" y="470916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48672" y="471830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Top 25 — Data &amp; Security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Proof from Google's 1,302 deployments · verdict from SaaS-disruption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4415" cy="3657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64592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1645920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984" y="1645920"/>
            <a:ext cx="3794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PROOF — REAL DEPLOYMENTS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8624" y="164592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SAAS DISPLACED / ENRICHED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8944" y="16459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38528"/>
            <a:ext cx="11094415" cy="2560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975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DATA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94560"/>
            <a:ext cx="45720" cy="3657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768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8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NL analytics (text-to-SQL)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24028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Spotify, Etsy (BigQuery)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24028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BI dashboards (Looker-class)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48672" y="225856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26771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60320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4261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60604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Document AI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260604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Document AI deployments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60604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IDP / OCR SaaS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48672" y="262432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63347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26080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926080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0837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97180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Forecasting / predictive 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297180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Honeywell, Geotab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97180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Predictive-analytics SaaS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8672" y="299008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299923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291840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291840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37413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3337560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Research &amp; insight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3337560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MLB Scout Insights, NotebookLM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3337560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Market-research tooling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8672" y="3355848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48672" y="3364992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57600"/>
            <a:ext cx="11094415" cy="2560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694176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SECURITY AGENTS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913632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3913632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99592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95935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Threat detection / SecOps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5848" y="395935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Google Security Operations deployments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395935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SIEM tier-1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8672" y="397764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48672" y="398678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79392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4279392"/>
            <a:ext cx="45720" cy="3657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36168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32511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Agentic auto-remediation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55848" y="432511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Security-agent deployments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432511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SOAR / runbooks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48672" y="434340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48672" y="435254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645152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4645152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72744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469087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Fraud &amp; risk detection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5848" y="469087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Citi, Wells Fargo, Commerzbank Bene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69480" y="469087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Fraud / risk add-ons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48672" y="470916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48672" y="471830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5010912"/>
            <a:ext cx="11094415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8640" y="5010912"/>
            <a:ext cx="45720" cy="3657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09320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056632"/>
            <a:ext cx="203911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1B2B3C"/>
                </a:solidFill>
                <a:latin typeface="Calibri"/>
              </a:rPr>
              <a:t>Compliance &amp; audit agent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5848" y="5056632"/>
            <a:ext cx="36667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5B6B7C"/>
                </a:solidFill>
                <a:latin typeface="Calibri"/>
              </a:rPr>
              <a:t>U.S. FDA, regulated deployments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9480" y="5056632"/>
            <a:ext cx="23591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1B2B3C"/>
                </a:solidFill>
                <a:latin typeface="Calibri"/>
              </a:rPr>
              <a:t>GRC tooling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48672" y="5074920"/>
            <a:ext cx="1499616" cy="237744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48672" y="5084064"/>
            <a:ext cx="149961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Deep Dive — Customer Support (#1)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Tier-1 ticket resolution · displaces per-seat help desks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 100-agent support team, each on a per-seat help-desk license. Ticket volume scales cost linearly, yet Tier-1 work is repetitive and well-defined.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Deploy an AI support agent that autonomously resolves ~80% of ticket volume and escalates the rest. Humans move from first-line response to escalation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tickets auto-resolved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reps-equiv (Klarna)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80–90%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seat cut, wave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Ingest ticket +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Classify &amp;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Resolve or 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Write to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RAG  ·  MCP tools  ·  Escalation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Per-seat help desks (Zendesk-style)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QA scoring tools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Lower-tier BPO contracts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Klarna AI ≈ 700 reps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Mercedes MBUX, Wendy's FreshAI (Google list)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Support: 80–90% seat cuts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Deep Dive — Sales Outreach (#3-class)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Prospecting + sequencing · displaces per-rep engagement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SDR teams are the heaviest users of sales-engagement software — one seat per rep for prospecting, enrichment, and multi-channel sequencing.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coordinated agent infrastructure runs research, personalization, and outreach end-to-end. No per-rep seats; the team supervises outcomes instead of operating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agent infra vs. N seats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9/10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Replacement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 time non-selling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Find buying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Enrich &amp; personalize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Run 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Route replies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Data APIs  ·  Email/LinkedIn  ·  CRM write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Outreach / Salesloft seats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Enrichment (ZoomInfo/Apollo)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Per-seat sequencers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11x, Artisan, AISDR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Agentic wins SMB outbound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Hybrid still wins 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Deep Dive — IT Helpdesk (#6-class)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Tier-1 tickets &amp; requests · displaces per-seat ITSM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IT staff on per-seat ITSM licenses spend hours on password resets, ticket triage, and status updates — repetitive, well-documented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 AI service agent resolves common requests end-to-end and routes the rest, working inside the existing ITSM as the system of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30–40%+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tickets no-touch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role absorbed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coverage, no seats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Classify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Pull KB/runbook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Resolve or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Update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Runbooks  ·  ITSM API  ·  Routing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ITSM tier-1 seats (ServiceNow)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Internal KB products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The L1 helpdesk role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Moveworks, Aisera, Glean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ServiceNow: 30–40% resolvable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Password resets fully auto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IT Operations: Enrich First, Replace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agent rides on top of your data-rich platforms via MCP — not around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7215" cy="5303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FFFFFF"/>
                </a:solidFill>
                <a:latin typeface="Calibri"/>
              </a:rPr>
              <a:t>In ITOps the winning pattern is augmentation: an AI SRE agent connects (read-only, via MCP) to the telemetry platforms you already run, investigates autonomously, and remediates within policy. Only workflow-over-data layers get replaced.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364327" cy="2286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ENRICH — the data-rich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54680"/>
            <a:ext cx="4961991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Datadog, Dynatrace, Splunk, ServiceNow, New Relic, Grafana, Elastic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Agents consume telemetry via MCP; correlate, draft RCA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The platform's data moat grows MORE valuable, not less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560320"/>
            <a:ext cx="5364327" cy="2286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7" y="2560320"/>
            <a:ext cx="5364327" cy="45720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265176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REPLACE — workflow-over-data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895" y="3154680"/>
            <a:ext cx="4961991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PagerDuty alert routing, BigPanda correlation, L1 NOC triage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The agent becomes the first responder on every page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Routing / correlation seats erode as agents reason natively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3515258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38928"/>
            <a:ext cx="35152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up to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96128"/>
            <a:ext cx="333237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ITOps cost cut (IBM)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5029200"/>
            <a:ext cx="3515258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8218" y="5138928"/>
            <a:ext cx="35152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hrs →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9658" y="5596128"/>
            <a:ext cx="333237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MTTR with AI SRE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5029200"/>
            <a:ext cx="3515258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7796" y="5138928"/>
            <a:ext cx="351525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9236" y="5596128"/>
            <a:ext cx="333237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the agent–telemetry bridge (GA)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Top 10 ITOps Products: Replace Or Enrich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Sourced from ISG, IDC, Gartner &amp; PeerSpot 2026 AIOps / observability rankings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4415" cy="38404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645920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4592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AGENTIC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1645920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56816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56816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57400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Datadog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066544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Full-stack observability + AIOps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6654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rides on top via Datadog MCP for autonomous RCA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03911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205740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77440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7802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Dynatrace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48716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Causal AI (Davis), explainable RCA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487168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Davis feeds agents deterministic root cause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245973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247802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798064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798064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898648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Splunk (Cisco)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2907792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Observability + SIEM convergence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907792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queries SPL; AI Assistant; SecOps triage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28803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289864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218688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319272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ServiceNow ITOM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328416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CMDB-coupled event correlation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328416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Now Assist + CMDB = the context layer agents need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20" y="330098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331927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639312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639312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739896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New Relic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749040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Consumption-priced APM / AIOps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749040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Applied Intelligence + NRDB feed agent RCA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20" y="372160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0" y="373989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059936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059936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160520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Grafana Cloud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4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OTel-native dashboards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416966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SRE Agent on open telemetry; dashboards = audit layer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32720" y="414223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32720" y="416052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480560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4480560"/>
            <a:ext cx="54864" cy="42062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581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Elastic Observ.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45902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Search-powered observability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4590288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Vector search + agent retrieval over logs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32720" y="4562856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32720" y="458114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901184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4901184"/>
            <a:ext cx="54864" cy="42062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001768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PagerDuty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5010912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Incident response / on-call routing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5010912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becomes first responder; routing compresses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332720" y="49834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32720" y="500176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321808"/>
            <a:ext cx="11094415" cy="42062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" y="5321808"/>
            <a:ext cx="54864" cy="42062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" y="5422392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BigPanda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23160" y="5431536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Event correlation / noise reduction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4960" y="5431536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Agents reason causally natively; correlation erodes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332720" y="540410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32720" y="54223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5742432"/>
            <a:ext cx="110944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5742432"/>
            <a:ext cx="54864" cy="42062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" y="5843016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L1 NOC / runbooks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23160" y="5852160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Tier-1 triage &amp; manual runbooks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94960" y="5852160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 auto-investigates &amp; remediates within policy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332720" y="58247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332720" y="584301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Autonomous Incident Response (AI SRE)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Use Case 22-class · enriches your observability + on-call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An SRE paged at 2 AM manually correlates telemetry scattered across logs, deploys, and third-party monitors. RCA routinely takes hours, and on-call can't scale with system complexity.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 AI SRE agent watches the existing stack read-only via MCP, investigates autonomously on every alert, produces a root-cause analysis before the human arrives, and remediates within a bounded policy envelope.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hrs →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MTTR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50%+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incidents auto-resolved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up to 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ITOps cost 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Alert fires (PD/Datadog)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Correlate 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Causal RCA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Remediate / escalate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AI SRE agent  ·  MCP to obs tools  ·  Read-only  ·  Policy guardrails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ENRICHES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Datadog, Dynatrace, Splunk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PagerDuty, ServiceNow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GitHub / GitLab via MCP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48132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AWS DevOps Agent + Datadog MCP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OpsAI: 50%+ auto-resolved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NeuBird, Traversal: AI SRE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Exposure Concentrates By Use Case, Not By Vendor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Agent Replacement Index: 189 categories; 44 scored ≥8; only 3 scored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033271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HIGHEST RISK 8–10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56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Sales outreach, cold email, funnel builders, time tracking, scheduling, support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Visual UI over a task models now do natively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73152" cy="1033271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2A83B"/>
                </a:solidFill>
                <a:latin typeface="Calibri"/>
              </a:rPr>
              <a:t>REPRICING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99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CRM (~$100B), ITSM (~$15–20B), HCM (~$30–40B)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20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Per-seat for reps doing data entry/triage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73152" cy="1033271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LIVE REPLACEMENT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42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Support, outreach, recruiting, legal, marketing ops, finance/AP, 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663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Well-defined outputs + deterministic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166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73152" cy="1033271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RESILIENT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285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ERP, payroll, compliance, regulated vertical SaaS, systems of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806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Data moats, auditability, write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Win Trust With The Nuance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hybrid model is what operators actually adopt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HYPE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"Replace all your SaaS with one agent"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Per-seat is dead overnight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$19/mo agent beats every $300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DATA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Selective unbundling — ~65% of SaaS survives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Agent does the work; dashboard = audit layer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Hallucination risk gates full autonomy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Position to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54577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Tell buyers exactly which use cases to keep, renegotiate, or replace — and prove it with the build-vs-buy math the "just build it" crowd skips.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Flagship Asset: The Agent Replacement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Grade each use case → keep / renegotiate / replace, with build-vs-buy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4415" cy="42062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7393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739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DETERMIN.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77393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DATA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7393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773936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BUILD-VS-BUY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95144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Support tickets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76856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3042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2951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80 seats → 1 agent +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15768"/>
            <a:ext cx="11094415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9864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Sales outreach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8803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077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28986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Per-rep seats → 1 agent infra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319272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02152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CRM data entry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48386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5112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RENEGOTIATE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59" y="35021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Drop seats; keep the 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22776"/>
            <a:ext cx="11094415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05656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Financial close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4612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408736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1148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RENEGOTIATE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59" y="4105656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 assists; human signs off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52628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4709160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Backup / archival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4612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4340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4340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4690872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47183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KEEP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59" y="470916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Not a workflow — infrastructure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23951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H / M / L = intensity of each factor; the verdict weighs all three. Illustrative judgment, not measured data. Low data moat + high volume + high determinism → replace.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Angles That Convert Use Cases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maps to a real buyer question from the threads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Agent Replacement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Grade a buyer's stack use case by use case (keep/renegotiate/replace). Flagship magnet.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6898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Renewal Leverage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Turn repricing into a procurement playbook — vendors under margin pressure negotiate.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6476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What Actually Survives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Contrarian: system-of-record + data moats compound. Counter-programs the hype.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Operator Teardown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Annotate the $15k→$271/mo Reddit swap: what's real, what's underestimated.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8218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8218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6898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Is Your SaaS Broken For Agents?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098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Agent-readiness checklist for founders (the u/yolosollo angle).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Earn Citation — Don't Plant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line this strategy will not cross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 — EARN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Publish long-form on OWN channels (blog / newsletter / LinkedIn) so it ranks and is cited on merit.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Engage Reddit threads transparently, with disclosure when you have a stake — lead with genuine help.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Pull 3–5 attributed verbatim quotes (with links) into the long-form — credit the authors.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Let LLM citation happen because the content is the best answer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DON'T — ASTROTURF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covert, disguised-as-organic comments engineered to be lifted by scrapers.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targeting specific threads with planted brand mentions ("injection points").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coordinated inauthentic behavior — it violates Reddit TOS and breaks trust.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headless scraping to "bypass API restrictions" as a growth tactic.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References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Current web discovery via Exa · GBrain recall attempted (PGLite lock, unavailable)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454298" cy="4389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1. Bain &amp; Company — "Will Agentic AI Disrupt SaaS?" (2025-09-23)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2. L.E.K. — "Revolution or Extinction?" (2025-06-24)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3. Value Add VC — "AI Agents Replacing Entire Workflows" (2026-05-30)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4. every.rocks — "The SaaSpocalypse Is Here" (2026-05-25)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5. AgentMarketCap — "$300B Erased" (2026-04-06)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6. WhatAreTheBest — "Agent Replacement Index: 189 cats" (2026-04-13)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7. MindStudio — "SaaS Pricing Is Breaking" (2026-04-15)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8. Coommit — "Service-as-Software: 8 Categories" (2026-05-12)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8698" y="1783080"/>
            <a:ext cx="3454298" cy="4389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9. DeepSignal — "AI Is Repricing Software" (2026-04-06)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10. Built In — "AI Agents Are Disrupting SaaS" (2026-03-18)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11. TheAgentTimes — "Reddit Debate: Builder Economics" (2026-04-19)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12. Lobster Pack — "SMBs replacing $500–$20K/mo stacks" (2026-03-23)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13. Discury — r/SaaS founder-thread digests (790+)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14. Intellectia — "Will AI Disrupt SaaS? 2026" (Gartner 35%)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15. inmydata — "Business Software in the Agentic Era" (2026-03-06)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Communities: r/SaaS, r/artificial (quotes attributed).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8756" y="1783080"/>
            <a:ext cx="3454298" cy="4389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IT OPERATIONS + EVIDENCE BASE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16. ISG Buyers Guide — AIOps Platforms 2026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17. ISG Buyers Guide — IT Observability Platforms 2026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18. IDC MarketScape — Worldwide AIOps 2026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19. Gartner — MQ for Observability Platforms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20. IBM — "Observability in the Agentic Era" (2026-04-17)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21. AWS — "DevOps Agent + Datadog MCP, GA" (2026-06-18)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22. Guideflow Top-10 AIOps; PeerSpot; OpsAI; NeuBird; Traversal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23. Google Cloud — "1,302 Real-World Gen AI Use Cases" (2026-04-22) — Top-25 evidence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From the Top 25 to a published 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Build the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Grade the Top 25 (keep/renegotiate/replace) with build-vs-buy math.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644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 positioning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Name a real brand/offer and fold in honest positioning + a CTA.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245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 the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Drop the named Google deployments + Reddit quotes into the long-form.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951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846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Ship on owned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Publish, then engage relevant threads transparently. No planted comments.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