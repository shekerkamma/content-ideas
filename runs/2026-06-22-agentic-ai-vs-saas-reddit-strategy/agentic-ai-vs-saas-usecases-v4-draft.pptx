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7135" y="0"/>
            <a:ext cx="21945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USE-CASE STRATEGY ·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Agentic AI vs. SaaS: Which Use Cases Flip To Agents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Eight workflows agents replace today, the top 10 IT Operations products graded replace-or-enrich, and a scorecard to grade your stack use case by use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8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Top 10 ITOps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22 cited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Authentic strategy — no covert Reddit insertions / astroturfing.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Agents Replace Workflows, Not Software In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BLUF · Situation → Insight →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Per-seat software is being repriced where the seat wraps a repetitive workflow: ~$300B of vendor value erased in 2026. The disruption is use-case-specific — eight workflows are flipping to agents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Per-seat = one login per human worker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Reddit: 790+ r/SaaS founder threads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Operators posting real swaps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Workflow-heavy + logic-light flips first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Systems of record compound (data moat)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Gartner: 35% of point SaaS gone by 2030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Grade the stack use case by use case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Keep / renegotiate / replace, with math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Publish it as a pre-sales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0637215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ASK:  Build the "Agent Replacement Scorecard" — including the top 10 IT Operations products, graded replace-or-enrich.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Argument In Five Beats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Situation → Complication → Question → Answer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014057" cy="5486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Buyers pay per seat for software that wraps a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121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8729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8729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8729" y="1920240"/>
            <a:ext cx="2014057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8729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5A6B"/>
                </a:solidFill>
                <a:latin typeface="Calibri"/>
              </a:rPr>
              <a:t>COMPLICATION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033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Agents now do the workflow — no seat needed. ~$300B repriced in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621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881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881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818" y="1920240"/>
            <a:ext cx="2014057" cy="5486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881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512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Which use cases flip to agents now, and which stay?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630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890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890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8908" y="1920240"/>
            <a:ext cx="2014057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890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521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Workflow-heavy, logic-light jobs flip; systems of record compound.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389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997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28997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997" y="1920240"/>
            <a:ext cx="2014057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997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5301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Grade every use case: keep / renegotiate / replace.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Eight Use Cases Are Flipping To Agents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has well-defined outputs and deterministic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42062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550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655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AGENTS (examples)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6550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SAAS IT DISPLACES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0888" y="16550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93392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1226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Customer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103120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Sierra, Decagon, Intercom 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103120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Per-seat help desks, QA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103120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Klarna ≈ 700 reps; ~80% 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23744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523744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64261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Sales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633472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11x, Artisan, AISDR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633472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Outreach, Apollo, ZoomInfo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63347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Replacement Index 9/10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54096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7296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IT helpdesk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163824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Moveworks, Aisera, Glean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3163824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ITSM seats (ServiceNow tier-1)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3163824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30–40%+ no-touch resolve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84448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84448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70332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Finance / 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694176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Pilot, Tropic, Anrok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694176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Close &amp; AP software seats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3694176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Absorbs the AP-clerk role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23367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Recruiting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422452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Paradox, Mercor, Hirevue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224528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Recruiter ATS, LinkedIn Recruiter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2245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Zero recruiters, first 3 stages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45152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645152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6402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Legal research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4754880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Harvey, Legora, Spellbook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4754880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Westlaw, LexisNexis, CLM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4754880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AmLaw cutting classes 15–30%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75504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175504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29437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Marketing 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5285232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Jasper, Copy.ai, AdCreative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5285232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Marketo / Pardot seats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528523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7-figure ARR with F500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705856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705856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82472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Customer success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0128" y="5815584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Catalyst, Vitally AI, Galileo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4808" y="5815584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CSM tooling seats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90888" y="5815584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~60% of the CSM job ladder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1 — Customer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 resolution · displaces per-seat help desks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 100-agent support team, each on a per-seat help-desk license. Ticket volume scales cost linearly, yet Tier-1 work is repetitive and well-defined.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Deploy an AI support agent that autonomously resolves ~80% of ticket volume and escalates the rest. Humans move from first-line response to escalation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auto-resolved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reps-equiv (Klarna)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80–90%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seat cut, wave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Ingest ticket +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&amp;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Write to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RAG  ·  MCP tools  ·  Escalation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Per-seat help desks (Zendesk-style)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QA scoring tools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Lower-tier BPO contracts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Klarna AI ≈ 700 reps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Sierra, Decagon, Intercom Fin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Support: 80–90% seat cuts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2 — Sales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Prospecting + sequencing · displaces per-rep engagement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SDR teams are the heaviest users of sales-engagement software — one seat per rep for prospecting, enrichment, and multi-channel sequencing.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coordinated agent infrastructure runs research, personalization, and outreach end-to-end. No per-rep seats; the team supervises outcomes instead of operating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agent infra vs. N seats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9/10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Replacement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 time non-selling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Find buying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Enrich &amp; personalize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Run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Route replies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Data APIs  ·  Email/LinkedIn  ·  CRM 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Outreach / Salesloft seats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Enrichment (ZoomInfo/Apollo)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Per-seat sequencers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11x, Artisan, AISDR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Agentic wins SMB outbound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Hybrid still wins 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3 — IT Helpdesk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tickets &amp; requests · displaces per-seat ITSM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IT staff on per-seat ITSM licenses spend hours on password resets, ticket triage, and status updates — repetitive, well-documented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AI service agent resolves common requests end-to-end and routes the rest, working inside the existing ITSM as the system of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30–40%+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no-touch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role absorbed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coverage, no seats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Pull KB/runbook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Update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Runbooks  ·  ITSM API  ·  Routing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ITSM tier-1 seats (ServiceNow)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Internal KB products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The L1 helpdesk role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Moveworks, Aisera, Glean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ServiceNow: 30–40% resolvable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Password resets fully auto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IT Operations: Enrich First, Replace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agent rides on top of your data-rich platforms via MCP — not around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7215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FFFFFF"/>
                </a:solidFill>
                <a:latin typeface="Calibri"/>
              </a:rPr>
              <a:t>In ITOps the winning pattern is augmentation: an AI SRE agent connects (read-only, via MCP) to the telemetry platforms you already run, investigates autonomously, and remediates within policy. Only workflow-over-data layers get replaced.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364327" cy="2286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ENRICH — the data-rich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54680"/>
            <a:ext cx="4961991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Datadog, Dynatrace, Splunk, ServiceNow, New Relic, Grafana, Elastic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Agents consume telemetry via MCP; correlate, draft RCA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The platform's data moat grows MORE valuable, not 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560320"/>
            <a:ext cx="5364327" cy="2286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2560320"/>
            <a:ext cx="5364327" cy="45720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265176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REPLACE — workflow-over-data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895" y="3154680"/>
            <a:ext cx="4961991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PagerDuty alert routing, BigPanda correlation, L1 NOC triage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The agent becomes the first responder on every page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Routing / correlation seats erode as agents reason natively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3515258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38928"/>
            <a:ext cx="35152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up to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333237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ITOps cost cut (IBM)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5029200"/>
            <a:ext cx="3515258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8218" y="5138928"/>
            <a:ext cx="35152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hrs →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9658" y="5596128"/>
            <a:ext cx="333237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MTTR with AI SRE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5029200"/>
            <a:ext cx="3515258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7796" y="5138928"/>
            <a:ext cx="35152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9236" y="5596128"/>
            <a:ext cx="333237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the agent–telemetry bridge (GA)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Top 10 ITOps Products: Replace Or Enrich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Sourced from ISG, IDC, Gartner &amp; PeerSpot 2026 AIOps / observability rankings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645920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4592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AGENTIC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1645920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5740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Datadog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066544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Full-stack observability + AIOps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6654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rides on top via Datadog MCP for autonomous RCA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03911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205740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77440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7802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Dynatrace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48716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Causal AI (Davis), explainable RCA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487168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Davis feeds agents deterministic root cause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245973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247802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98064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798064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898648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Splunk (Cisco)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907792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Observability + SIEM convergence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907792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queries SPL; AI Assistant; SecOps triage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28803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89864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218688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319272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ServiceNow ITOM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328416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CMDB-coupled event correlation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328416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Now Assist + CMDB = the context layer agents need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20" y="330098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33192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639312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639312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739896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New Relic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749040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Consumption-priced APM / AIOps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749040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Applied Intelligence + NRDB feed agent RCA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20" y="372160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0" y="373989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059936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059936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16052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Grafana Cloud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4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OTel-native dashboards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416966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SRE Agent on open telemetry; dashboards = audit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32720" y="414223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2720" y="416052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480560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4480560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581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Elastic Observ.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45902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Search-powered observability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4590288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Vector search + agent retrieval over logs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32720" y="456285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2720" y="458114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901184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4901184"/>
            <a:ext cx="54864" cy="42062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001768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PagerDuty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5010912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Incident response / on-call routing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5010912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becomes first responder; routing compresses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20" y="49834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32720" y="500176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321808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" y="5321808"/>
            <a:ext cx="54864" cy="42062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5422392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BigPanda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23160" y="5431536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Event correlation / noise reduction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60" y="5431536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Agents reason causally natively; correlation erodes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332720" y="540410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32720" y="54223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5742432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5742432"/>
            <a:ext cx="54864" cy="42062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5843016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L1 NOC / runbooks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23160" y="5852160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Tier-1 triage &amp; manual runbooks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94960" y="5852160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auto-investigates &amp; remediates within policy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332720" y="58247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32720" y="584301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Autonomous Incident Response (AI SRE)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Case 9 · enriches your existing observability + on-call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An SRE paged at 2 AM manually correlates telemetry scattered across logs, deploys, and third-party monitors. RCA routinely takes hours, and on-call can't scale with system complexity.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AI SRE agent watches the existing stack read-only via MCP, investigates autonomously on every alert, produces a root-cause analysis before the human arrives, and remediates within a bounded policy envelope.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hrs →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MTTR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50%+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incidents auto-resolved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up to 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ITOps cost 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Alert fires (PD/Datadog)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Correlate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Causal RCA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Remediate / escalate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AI SRE agent  ·  MCP to obs tools  ·  Read-only  ·  Policy guardrails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ENRICHES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Datadog, Dynatrace, Splunk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PagerDuty, ServiceNow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GitHub / GitLab via MCP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AWS DevOps Agent + Datadog MCP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OpsAI: 50%+ auto-resolved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NeuBird, Traversal: AI SRE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Exposure Concentrates By Use Case, Not By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Agent Replacement Index: 189 categories; 44 scored ≥8; only 3 scored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033271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HIGHEST RISK 8–10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56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Sales outreach, cold email, funnel builders, time tracking, scheduling, support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Visual UI over a task models now do natively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73152" cy="1033271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2A83B"/>
                </a:solidFill>
                <a:latin typeface="Calibri"/>
              </a:rPr>
              <a:t>REPRICING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9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CRM (~$100B), ITSM (~$15–20B), HCM (~$30–40B)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20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Per-seat for reps doing data entry/triage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73152" cy="1033271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LIVE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42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Support, outreach, recruiting, legal, marketing ops, finance/AP, 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663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Well-defined outputs + deterministic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1033271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RESILIENT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285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ERP, payroll, compliance, regulated vertical SaaS, systems of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806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Data moats, auditability, write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Win Trust With The Nuance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hybrid model is what operators actually adopt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HYPE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"Replace all your SaaS with one agent"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Per-seat is dead overnight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$19/mo agent beats every $300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DATA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Selective unbundling — ~65% of SaaS survives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Agent does the work; dashboard = audit layer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Hallucination risk gates full autonomy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Position to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54577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Tell buyers exactly which use cases to keep, renegotiate, or replace — and prove it with the build-vs-buy math the "just build it" crowd skips.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Flagship Asset: The Agent Replacement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Grade each use case → keep / renegotiate / replace, with build-vs-buy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4415" cy="42062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7393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739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DETERMIN.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77393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DATA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7393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773936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BUILD-VS-BUY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95144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Support tickets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7685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3042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2951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80 seats → 1 agent +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15768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9864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Sales outreach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8803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077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28986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Per-rep seats → 1 agent infra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19272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02152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CRM data entry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48386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5112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RENEGOTIATE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59" y="35021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Drop seats; keep the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22776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05656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Financial close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4612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408736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1148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RENEGOTIATE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59" y="4105656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 assists; human signs off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52628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709160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Backup / archival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4612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4340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4340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469087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47183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KEEP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59" y="470916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Not a workflow — infrastructure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23951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H / M / L = intensity of each factor; the verdict weighs all three. Illustrative judgment, not measured data. Low data moat + high volume + high determinism → replace.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Angles That Convert Use Cases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maps to a real buyer question from the threads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Agent Replacement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Grade a buyer's stack use case by use case (keep/renegotiate/replace). Flagship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6898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Renewal Leverage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Turn repricing into a procurement playbook — vendors under margin pressure negotiate.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6476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What Actually Survives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Contrarian: system-of-record + data moats compound. Counter-programs the hype.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Operator Teardown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Annotate the $15k→$271/mo Reddit swap: what's real, what's underestimated.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8218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6898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Is Your SaaS Broken For Agents?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Agent-readiness checklist for founders (the u/yolosollo angle).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Earn Citation — Don't Plant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line this strategy will not cross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 — EARN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Publish long-form on OWN channels (blog / newsletter / LinkedIn) so it ranks and is cited on merit.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Engage Reddit threads transparently, with disclosure when you have a stake — lead with genuine help.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Pull 3–5 attributed verbatim quotes (with links) into the long-form — credit the authors.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Let LLM citation happen because the content is the best answer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DON'T — ASTROTURF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covert, disguised-as-organic comments engineered to be lifted by scrapers.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targeting specific threads with planted brand mentions ("injection points").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coordinated inauthentic behavior — it violates Reddit TOS and breaks trust.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headless scraping to "bypass API restrictions" as a growth tactic.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 web discovery via Exa · GBrain recall attempted (PGLite lock, unavailable)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454298" cy="4297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1. Bain &amp; Company — "Will Agentic AI Disrupt SaaS?" (2025-09-23)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2. L.E.K. — "Revolution or Extinction? SaaS in the Age of Agentic AI" (2025-06-24)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3. Value Add VC — "AI Agents Replacing Entire Workflows" (2026-05-30)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4. every.rocks — "The SaaSpocalypse Is Here" (2026-05-25)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5. AgentMarketCap — "The Agent Layer Eating SaaS: $300B Erased" (2026-04-06)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6. WhatAreTheBest — "Agent Replacement Index: 189 categories" (2026-04-13)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7. MindStudio — "SaaS Pricing Is Breaking" (2026-04-15)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8. Coommit — "Service-as-Software: 8 Categories AI Agents Replace" (2026-05-12)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8698" y="1783080"/>
            <a:ext cx="3454298" cy="4297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9. DeepSignal — "AI Is Repricing Software" (2026-04-06)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10. Built In — "AI Agents Are Disrupting SaaS" (2026-03-18)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11. TheAgentTimes — "Reddit Debate: Builder Economics" (2026-04-19)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12. Lobster Pack — "SMBs replacing $500–$20K/mo stacks" (2026-03-23)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13. Discury — r/SaaS founder-thread digests (790+ indexed)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14. Intellectia — "Will AI Disrupt SaaS? 2026" (Gartner 35%) (2026-02-25)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15. inmydata — "Business Software in the Agentic Era" (2026-03-06)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Communities: r/SaaS, r/artificial (quotes attributed).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8756" y="1783080"/>
            <a:ext cx="3454298" cy="4297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IT OPERATIONS SOURCES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16. ISG Buyers Guide — AIOps Platforms 2026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17. ISG Buyers Guide — IT Observability Platforms 2026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18. IDC MarketScape — Worldwide AIOps 2026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19. Gartner — Magic Quadrant for Observability Platforms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20. IBM — "Observability in the Agentic Era" (2026-04-17)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21. AWS — "DevOps Agent + Datadog MCP, GA" (2026-06-18)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22. Guideflow Top-10 AIOps; PeerSpot; Middleware OpsAI; NeuBird; Traversal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From use cases to a published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Build the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Grade the 8 use cases (keep/renegotiate/replace) with build-vs-buy math.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positioning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Name a real brand/offer and fold in honest positioning + a CTA.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24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 the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Drop the attributed Reddit quotes + named agent vendors into the long-form.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951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846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Ship on owned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Publish, then engage relevant threads transparently. No planted comments.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