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B4D8"/>
                </a:solidFill>
                <a:latin typeface="Aptos"/>
              </a:rPr>
              <a:t>CLAUDE /DESIGN ·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463040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789920" cy="2651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650" b="0" i="0">
                <a:solidFill>
                  <a:srgbClr val="FFFFFF"/>
                </a:solidFill>
                <a:latin typeface="Georgia"/>
              </a:rPr>
              <a:t>Don't install the desktop app.
Ship one derivation script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Three template-profile fields moved from default to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L02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One skill gains, one script delivers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38528"/>
            <a:ext cx="3657295" cy="3154680"/>
          </a:xfrm>
          <a:prstGeom prst="roundRect">
            <a:avLst>
              <a:gd name="adj" fmla="val 4811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39696"/>
            <a:ext cx="318180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42032"/>
            <a:ext cx="3181807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The canvas is a hosted page, so WSL already had the feature. What was missing was a reader, not a host.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1938528"/>
            <a:ext cx="3657295" cy="1490472"/>
          </a:xfrm>
          <a:prstGeom prst="roundRect">
            <a:avLst>
              <a:gd name="adj" fmla="val 101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79" y="2139696"/>
            <a:ext cx="32915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79" y="3017520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SKILL IMPROVED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1938528"/>
            <a:ext cx="3657295" cy="1490472"/>
          </a:xfrm>
          <a:prstGeom prst="roundRect">
            <a:avLst>
              <a:gd name="adj" fmla="val 101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79" y="2139696"/>
            <a:ext cx="32915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79" y="3017520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FIELDS DERIVED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3602736"/>
            <a:ext cx="3657295" cy="1490472"/>
          </a:xfrm>
          <a:prstGeom prst="roundRect">
            <a:avLst>
              <a:gd name="adj" fmla="val 101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79" y="3803904"/>
            <a:ext cx="32915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79" y="4681728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NEW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199" y="3602736"/>
            <a:ext cx="3657295" cy="1490472"/>
          </a:xfrm>
          <a:prstGeom prst="roundRect">
            <a:avLst>
              <a:gd name="adj" fmla="val 101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79" y="3803904"/>
            <a:ext cx="329153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79" y="4681728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LINT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L10 ·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Three questions: no, one, and not until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12848"/>
            <a:ext cx="38100" cy="2377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Install the desktop app?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No. It adds a docked panel, not a capability.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199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199" y="2212848"/>
            <a:ext cx="38100" cy="2377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Improves design skills?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79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One directly. One indirectly. Ten untouched.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199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199" y="2212848"/>
            <a:ext cx="38100" cy="2377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Better rendered PPTX?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79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Zero pixels — until the derivation script landed.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L07 · 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A published artifact, not a desktop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7128"/>
            <a:ext cx="6514795" cy="2743200"/>
          </a:xfrm>
          <a:prstGeom prst="roundRect">
            <a:avLst>
              <a:gd name="adj" fmla="val 55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50008"/>
            <a:ext cx="611245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One file carries both halves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6112459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Editor: ~2 MiB, inside the payload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Content: one .dc.html per artboard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Save republishes the whole page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Pinned to contract 0.1.31, not 0.2.14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24699" y="2167128"/>
            <a:ext cx="4609795" cy="886968"/>
          </a:xfrm>
          <a:prstGeom prst="roundRect">
            <a:avLst>
              <a:gd name="adj" fmla="val 1711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07579" y="2295144"/>
            <a:ext cx="4244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Desktop adds a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579" y="2642616"/>
            <a:ext cx="4244035" cy="283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~4,250 injected lines, Electron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4699" y="3108960"/>
            <a:ext cx="4609795" cy="886968"/>
          </a:xfrm>
          <a:prstGeom prst="roundRect">
            <a:avLst>
              <a:gd name="adj" fmla="val 1711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7579" y="3236976"/>
            <a:ext cx="4244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WSL loses none of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7579" y="3584448"/>
            <a:ext cx="4244035" cy="283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node v24.18.1; four capabilities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4699" y="4050792"/>
            <a:ext cx="4609795" cy="886968"/>
          </a:xfrm>
          <a:prstGeom prst="roundRect">
            <a:avLst>
              <a:gd name="adj" fmla="val 1711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07579" y="4178808"/>
            <a:ext cx="4244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So Save is enabled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7579" y="4526280"/>
            <a:ext cx="4244035" cy="283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Full WYSIWYG, not view-and-export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Read from the installed 2.1.238 binary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L03 · INSTALL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A docked panel costs a third host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What it adds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A docked canvas and theme sync. No editing the browser lacks.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What it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79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A third skill tree, in a repo already running a drift gate over 328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212848"/>
            <a:ext cx="3657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What decides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79" y="2688336"/>
            <a:ext cx="3291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A profile is read from files on disk, which the agent writes.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L09 · IMPACT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One of twelve design skills actually gains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007E9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pptx-design-quality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88336"/>
            <a:ext cx="3291535" cy="1682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FFFFF"/>
                </a:solidFill>
                <a:latin typeface="Aptos"/>
              </a:rPr>
              <a:t>GAINS DIRECTLY. A third profile source, reaching three fields the others cannot.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212848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F4F8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vault-presales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79" y="2688336"/>
            <a:ext cx="3291535" cy="1682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GAINS INDIRECTLY. The pipeline's L01–L16 library becomes measurable geometry instead of prose build formulas.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212848"/>
            <a:ext cx="3657295" cy="2286000"/>
          </a:xfrm>
          <a:prstGeom prst="roundRect">
            <a:avLst>
              <a:gd name="adj" fmla="val 66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79" y="2340864"/>
            <a:ext cx="3291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Ten others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79" y="2688336"/>
            <a:ext cx="3291535" cy="1682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UNCHANGED. Every one reads a PPTX package a canvas never produces.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lint_pptx · preview_pptx · lint_motion · motion_contact_sheet · check_claim_evidence · branded-pptx-deck · marp · genspark-branded-deck · present · pptx-toolkit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L06 · WHAT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Three fields moved from default to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GRID_COLUMNS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79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0.167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79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GUTTER_INCHES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79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0.083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79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CORNER_RADIUS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58768"/>
            <a:ext cx="5562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8678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Read 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519653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repeat(12, 1fr) · gap: 16px · border-radius: 8px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3858768"/>
            <a:ext cx="5562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98678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Why a deck cannot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4334256"/>
            <a:ext cx="519653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A rendered slide implies a grid; a canvas declares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template-derivation.md recorded all three as "not derived — no reliable signal"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B4D8"/>
                </a:solidFill>
                <a:latin typeface="Aptos"/>
              </a:rPr>
              <a:t>L08 · CORE MECHANIC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FFFFFF"/>
                </a:solidFill>
                <a:latin typeface="Georgia"/>
              </a:rPr>
              <a:t>The point scale is derived, never assumed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58568"/>
            <a:ext cx="11277295" cy="822960"/>
          </a:xfrm>
          <a:prstGeom prst="roundRect">
            <a:avLst>
              <a:gd name="adj" fmla="val 18444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32888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20" b="1" i="0">
                <a:solidFill>
                  <a:srgbClr val="00B4D8"/>
                </a:solidFill>
                <a:latin typeface="Aptos"/>
              </a:rPr>
              <a:t>pt  =  px  ×  ( slide_width_inches ÷ frame_width_px )  ×  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01568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84448"/>
            <a:ext cx="32915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1280 × 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68496"/>
            <a:ext cx="329153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0.750 pt/px — the vault stage exactly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199" y="3401568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0079" y="3584448"/>
            <a:ext cx="32915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1920 × 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79" y="3968496"/>
            <a:ext cx="329153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0.500 pt/px — same design, different frame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199" y="3401568"/>
            <a:ext cx="3657295" cy="1325880"/>
          </a:xfrm>
          <a:prstGeom prst="roundRect">
            <a:avLst>
              <a:gd name="adj" fmla="val 11448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79" y="3584448"/>
            <a:ext cx="32915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Hardcoding 0.75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79" y="3968496"/>
            <a:ext cx="329153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Inflates every size by a third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8DB4D4"/>
                </a:solidFill>
                <a:latin typeface="Aptos"/>
              </a:rPr>
              <a:t>test_point_scale_comes_from_the_frame_not_a_constant pins both frame widths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L13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Every derived value lands inside the spec's own band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30.0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TITLE · SPEC 24–30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199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79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13.5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79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BODY · SPEC 12–14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199" y="2167128"/>
            <a:ext cx="3657295" cy="1371600"/>
          </a:xfrm>
          <a:prstGeom prst="roundRect">
            <a:avLst>
              <a:gd name="adj" fmla="val 110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0079" y="2350008"/>
            <a:ext cx="3291535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0" i="0">
                <a:solidFill>
                  <a:srgbClr val="007E97"/>
                </a:solidFill>
                <a:latin typeface="Georgia"/>
              </a:rPr>
              <a:t>7.5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079" y="3118104"/>
            <a:ext cx="329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6B7280"/>
                </a:solidFill>
                <a:latin typeface="Aptos"/>
              </a:rPr>
              <a:t>CAPTION · SPEC 7–8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58768"/>
            <a:ext cx="11277295" cy="1371600"/>
          </a:xfrm>
          <a:prstGeom prst="roundRect">
            <a:avLst>
              <a:gd name="adj" fmla="val 11066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059936"/>
            <a:ext cx="1080180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Bottom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62272"/>
            <a:ext cx="10801807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This deck is built from that profile. No design value is written in the builder.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L05 ·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Running it falsified two things review had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5562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12848"/>
            <a:ext cx="38100" cy="2377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A shared stylesheet broke scoping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5196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One .cover rule the cover alone used put 48pt into a 40px title.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212848"/>
            <a:ext cx="5562295" cy="2377440"/>
          </a:xfrm>
          <a:prstGeom prst="roundRect">
            <a:avLst>
              <a:gd name="adj" fmla="val 638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199" y="2212848"/>
            <a:ext cx="38100" cy="23774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34086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The design system fails WCAG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688336"/>
            <a:ext cx="5196535" cy="1773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The spec's cyan kicker on white is 2.46:1 against a 4.5:1 floor.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Both surfaced on the first real canvas — the hand-written fixture had no dead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L11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Every gate green; contrast went 37 warnings to 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29968"/>
            <a:ext cx="2704795" cy="1188720"/>
          </a:xfrm>
          <a:prstGeom prst="roundRect">
            <a:avLst>
              <a:gd name="adj" fmla="val 1276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2339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Skill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233903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48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699" y="2029968"/>
            <a:ext cx="2704795" cy="1188720"/>
          </a:xfrm>
          <a:prstGeom prst="roundRect">
            <a:avLst>
              <a:gd name="adj" fmla="val 1276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7579" y="2157984"/>
            <a:ext cx="2339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Full repo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7579" y="2505456"/>
            <a:ext cx="233903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302 passed, 1 skipped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199" y="2029968"/>
            <a:ext cx="2704795" cy="1188720"/>
          </a:xfrm>
          <a:prstGeom prst="roundRect">
            <a:avLst>
              <a:gd name="adj" fmla="val 1276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2157984"/>
            <a:ext cx="2339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Skill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505456"/>
            <a:ext cx="233903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328 skills, 8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699" y="2029968"/>
            <a:ext cx="2704795" cy="1188720"/>
          </a:xfrm>
          <a:prstGeom prst="roundRect">
            <a:avLst>
              <a:gd name="adj" fmla="val 1276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79" y="2157984"/>
            <a:ext cx="23390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PPTX 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2579" y="2505456"/>
            <a:ext cx="2339035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0 errors, 0 warnings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38728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6674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How the fix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14216"/>
            <a:ext cx="5196535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The accent keeps its spec value on rules; only text darkens.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3538728"/>
            <a:ext cx="5562295" cy="1554480"/>
          </a:xfrm>
          <a:prstGeom prst="roundRect">
            <a:avLst>
              <a:gd name="adj" fmla="val 976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666744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Still unproven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014216"/>
            <a:ext cx="5196535" cy="9509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6B7280"/>
                </a:solidFill>
                <a:latin typeface="Aptos"/>
              </a:rPr>
              <a:t>The contact sheet approximates; no PowerPoint-native render ran.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43000" cy="25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7E97"/>
                </a:solidFill>
                <a:latin typeface="Aptos"/>
              </a:rPr>
              <a:t>L14 ·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0" i="0">
                <a:solidFill>
                  <a:srgbClr val="0A1628"/>
                </a:solidFill>
                <a:latin typeface="Georgia"/>
              </a:rPr>
              <a:t>Amend the kicker rule in the vault spec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7128"/>
            <a:ext cx="4609795" cy="2743200"/>
          </a:xfrm>
          <a:prstGeom prst="roundRect">
            <a:avLst>
              <a:gd name="adj" fmla="val 5533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368296"/>
            <a:ext cx="413430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ptos"/>
              </a:rP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770632"/>
            <a:ext cx="413430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8DB4D4"/>
                </a:solidFill>
                <a:latin typeface="Aptos"/>
              </a:rPr>
              <a:t>Change the cyan kicker and cyan-KPI rules in Client-Ready PPTX Design System.md.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9699" y="2167128"/>
            <a:ext cx="6514795" cy="2743200"/>
          </a:xfrm>
          <a:prstGeom prst="roundRect">
            <a:avLst>
              <a:gd name="adj" fmla="val 5533"/>
            </a:avLst>
          </a:prstGeom>
          <a:solidFill>
            <a:srgbClr val="F4F8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9155" y="2368296"/>
            <a:ext cx="6075883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Aptos"/>
              </a:rPr>
              <a:t>Already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9155" y="2761488"/>
            <a:ext cx="6075883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--canvas shipped: 307 → 659 lines, stdlib only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12 tests, no python-pptx or Pillow needed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CLAUDE.md rule: input only, never output, never evidence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0A1628"/>
                </a:solidFill>
                <a:latin typeface="Aptos"/>
              </a:rPr>
              <a:t>•  L01–L16 canvas and reference deck in runs/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6B7280"/>
                </a:solidFill>
                <a:latin typeface="Aptos"/>
              </a:rPr>
              <a:t>Verified 2026-08-22 · Claude Code 2.1.238 (WSL) · repo content-ideas @ feat/dsh-multi-model-providers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