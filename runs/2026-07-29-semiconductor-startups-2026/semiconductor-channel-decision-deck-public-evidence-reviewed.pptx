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public-evidence screen for channel, alliance, and ecosystem validation priorities</a:t>
            </a:r>
          </a:p>
          <a:p/>
          <a:p>
            <a:r>
              <a:t>Visible citation: Based on CRN’s July 15, 2026 cohort; research updated through July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Public evidence can prioritize validation questions by partner archetype without claiming organization-specific right-to-win.</a:t>
            </a:r>
          </a:p>
          <a:p/>
          <a:p>
            <a:r>
              <a:t>Visible citation: CRN; Gartner; company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most plausible adoption paths complement existing infrastructure before displacing it.</a:t>
            </a:r>
          </a:p>
          <a:p/>
          <a:p>
            <a:r>
              <a:t>Visible citation: Tenstorrent; d-Matrix; Cornelis; Lightmatter; Xsight Labs.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https://www.cornelis.com/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Partners can create value through workload validation, system integration, deployment, and managed operations.</a:t>
            </a:r>
          </a:p>
          <a:p/>
          <a:p>
            <a:r>
              <a:t>Visible citation: Implications derived from company go-to-market and product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address edge deployment, compute architecture, inference economics, or scale-out connectivity.</a:t>
            </a:r>
          </a:p>
          <a:p/>
          <a:p>
            <a:r>
              <a:t>Visible citation: CRN; company product pages.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 monetizes through chips and systems, licensable IP, infrastructure components, or partner-enabled platforms.</a:t>
            </a:r>
          </a:p>
          <a:p/>
          <a:p>
            <a:r>
              <a:t>Visible citation: Business-model synthesis from company product and partner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primary ICPs are hyperscalers/frontier labs, HPC institutions, sovereign and enterprise AI operators, and edge OEMs.</a:t>
            </a:r>
          </a:p>
          <a:p/>
          <a:p>
            <a:r>
              <a:t>Visible citation: ICP synthesis from company-stated target workloads and deployment models.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credible GTM sequence is lighthouse validation, design-in, reference deployment, and ecosystem replication.</a:t>
            </a:r>
          </a:p>
          <a:p/>
          <a:p>
            <a:r>
              <a:t>Visible citation: GTM synthesis from company availability, partner, and deployment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most plausible adoption paths complement existing infrastructure before displacing it.</a:t>
            </a:r>
          </a:p>
          <a:p/>
          <a:p>
            <a:r>
              <a:t>Visible citation: Tenstorrent; d-Matrix; Cornelis; Lightmatter; Xsight Labs.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https://www.cornelis.com/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differ more by insertion point and readiness evidence than by a single accelerator-versus-GPU frame.</a:t>
            </a:r>
          </a:p>
          <a:p/>
          <a:p>
            <a:r>
              <a:t>Visible citation: CRN; official company product and financing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compute cohort spans broad programmable platforms and highly specialized inference systems.</a:t>
            </a:r>
          </a:p>
          <a:p/>
          <a:p>
            <a:r>
              <a:t>Visible citation: CRN cohort taxonomy.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Axelera’s differentiator combines edge-focused acceleration with an explicit partner network and more than $250 million of new funding.</a:t>
            </a:r>
          </a:p>
          <a:p/>
          <a:p>
            <a:r>
              <a:t>Visible citation: Axelera AI, Feb. 24, 2026.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https://axelera.ai/news/axelera-ai-secures-more-than-250-million-funding-on-global-ai-demand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Tenstorrent’s TT-Ascalon S expands its open compute strategy into branch-heavy agentic workloads.</a:t>
            </a:r>
          </a:p>
          <a:p/>
          <a:p>
            <a:r>
              <a:t>Visible citation: Tenstorrent, Jun. 30, 2026; CRN.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https://tenstorrent.com/vision/tenstorrent-announces-availability-of-tt-ascalon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NextSilicon says Maverick-2 uses runtime-reconfigurable dataflow and was available in product volumes in Q4 2025.</a:t>
            </a:r>
          </a:p>
          <a:p/>
          <a:p>
            <a:r>
              <a:t>Visible citation: NextSilicon, Oct. 22, 2025. Performance figures are vendor claims.</a:t>
            </a:r>
          </a:p>
          <a:p/>
          <a:p>
            <a:r>
              <a:t>Evidence URLs:</a:t>
            </a:r>
          </a:p>
          <a:p>
            <a:r>
              <a:t>- https://www.nextsilicon.com/insights/nextsilicon-breakthrough/</a:t>
            </a:r>
          </a:p>
          <a:p>
            <a:r>
              <a:t>- https://www.nextsilicon.com/press-releases/maverick-2-powers-hpc-ai-breakthroughs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Fractile raised $220 million to accelerate its path toward first chips and systems for frontier-model inference.</a:t>
            </a:r>
          </a:p>
          <a:p/>
          <a:p>
            <a:r>
              <a:t>Visible citation: Fractile, 2026.</a:t>
            </a:r>
          </a:p>
          <a:p/>
          <a:p>
            <a:r>
              <a:t>Evidence URLs: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https://www.fractile.ai/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Etched’s Sohu strategy is an extreme specialization bet on transformers remaining the dominant AI architecture.</a:t>
            </a:r>
          </a:p>
          <a:p/>
          <a:p>
            <a:r>
              <a:t>Visible citation: Etched product and progress pages, accessed Jul. 29, 2026.</a:t>
            </a:r>
          </a:p>
          <a:p/>
          <a:p>
            <a:r>
              <a:t>Evidence URLs:</a:t>
            </a:r>
          </a:p>
          <a:p>
            <a:r>
              <a:t>- https://www.etched.com/progress</a:t>
            </a:r>
          </a:p>
          <a:p>
            <a:r>
              <a:t>- https://www.etched.com/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d-Matrix announced Corsair full production in June 2026 after raising a $275 million Series C in late 2025.</a:t>
            </a:r>
          </a:p>
          <a:p/>
          <a:p>
            <a:r>
              <a:t>Visible citation: d-Matrix, Nov. 12, 2025 and Jun. 9, 2026.</a:t>
            </a:r>
          </a:p>
          <a:p/>
          <a:p>
            <a:r>
              <a:t>Evidence URLs: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https://www.d-matrix.ai/d-matrix-corsair-ai-inference-platform-enters-full-production/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MatX raised a $500 million Series B to finish development and scale manufacturing, with tape-out planned in under a year.</a:t>
            </a:r>
          </a:p>
          <a:p/>
          <a:p>
            <a:r>
              <a:t>Visible citation: MatX, Feb. 24, 2026. Performance statements are vendor claims.</a:t>
            </a:r>
          </a:p>
          <a:p/>
          <a:p>
            <a:r>
              <a:t>Evidence URLs:</a:t>
            </a:r>
          </a:p>
          <a:p>
            <a:r>
              <a:t>- https://matx.com/research/series_b</a:t>
            </a:r>
          </a:p>
          <a:p>
            <a:r>
              <a:t>- https://matx.com/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Compute startups occupy different positions on workload breadth, programmability, and commercialization maturity.</a:t>
            </a:r>
          </a:p>
          <a:p/>
          <a:p>
            <a:r>
              <a:t>Visible citation: Company announcements; maturity is an analytical assessment.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https://matx.com/research/series_b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interconnect cohort competes on congestion, bandwidth density, power, and programmability.</a:t>
            </a:r>
          </a:p>
          <a:p/>
          <a:p>
            <a:r>
              <a:t>Visible citation: Cornelis; Lightmatter; Xsight Labs.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positions CN5000 Omni-Path as a lossless, interoperable fabric for AI and HPC workloads.</a:t>
            </a:r>
          </a:p>
          <a:p/>
          <a:p>
            <a:r>
              <a:t>Visible citation: Cornelis Networks product page and Series B announcement.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https://www.cornelisnetworks.com/stories/cornelis-cn5000-launches-rewiring-ai-and-hpc-networking-at-scale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Lightmatter says the Passage M1000 reference platform provides 114 Tbps of total optical bandwidth.</a:t>
            </a:r>
          </a:p>
          <a:p/>
          <a:p>
            <a:r>
              <a:t>Visible citation: Lightmatter product and funding announcements. Bandwidth is a vendor specification.</a:t>
            </a:r>
          </a:p>
          <a:p/>
          <a:p>
            <a:r>
              <a:t>Evidence URLs: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https://lightmatter.co/blog/seeing-is-believing-a-technical-deep-dive-into-lightmatters-hardware/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Xsight announced X2 sampling as a fully programmable, low-power data-center switch for AI-factory networks.</a:t>
            </a:r>
          </a:p>
          <a:p/>
          <a:p>
            <a:r>
              <a:t>Visible citation: Xsight Labs X2 announcement.</a:t>
            </a:r>
          </a:p>
          <a:p/>
          <a:p>
            <a:r>
              <a:t>Evidence URLs: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  <a:p>
            <a:r>
              <a:t>- https://xsightlabs.com/switches/x2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focuses on cluster fabric, Lightmatter on optical chip/package links, and Xsight on programmable switching silicon.</a:t>
            </a:r>
          </a:p>
          <a:p/>
          <a:p>
            <a:r>
              <a:t>Visible citation: Company product announcements.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Commercial readiness requires evidence across workload proof, software, supply, reference customers, partners, and economics.</a:t>
            </a:r>
          </a:p>
          <a:p/>
          <a:p>
            <a:r>
              <a:t>Visible citation: Research-team diligence framework.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Distribution fit rises with product packaging, supply visibility, enablement, and support clarity.</a:t>
            </a:r>
          </a:p>
          <a:p/>
          <a:p>
            <a:r>
              <a:t>Visible citation: Directional research judgment from public product, availability,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SI fit rises when the startup exposes a deployable integration boundary and a repeatable customer outcome.</a:t>
            </a:r>
          </a:p>
          <a:p/>
          <a:p>
            <a:r>
              <a:t>Visible citation: Directional research judgment from public product and deployment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Orchestrator fit rises when partner coordination is essential to the product’s adoption and scale.</a:t>
            </a:r>
          </a:p>
          <a:p/>
          <a:p>
            <a:r>
              <a:t>Visible citation: Directional research judgment from public platform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More specialized architectures can promise stronger economics while carrying greater workload and execution concentration.</a:t>
            </a:r>
          </a:p>
          <a:p/>
          <a:p>
            <a:r>
              <a:t>Visible citation: Research-team assessment from public product and funding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Business models with reusable software or IP leverage can scale differently from bespoke system and design-in models.</a:t>
            </a:r>
          </a:p>
          <a:p/>
          <a:p>
            <a:r>
              <a:t>Visible citation: Directional business-model assessment; no company financial forecasts implied.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GTM effectiveness improves when technical proof, commercial offer, and partner role are tailored to the buyer’s deployment context.</a:t>
            </a:r>
          </a:p>
          <a:p/>
          <a:p>
            <a:r>
              <a:t>Visible citation: Engagement recommendations derived from company target markets.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Ecosystem value grows when coordination removes adoption risk across multiple complements.</a:t>
            </a:r>
          </a:p>
          <a:p/>
          <a:p>
            <a:r>
              <a:t>Visible citation: Strategic synthesis from the ten-company public-evidence set.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staged portfolio prevents early technical promise from being mistaken for execution-ready partnership.</a:t>
            </a:r>
          </a:p>
          <a:p/>
          <a:p>
            <a:r>
              <a:t>Visible citation: Candidate public-evidence posture; requires Phase 0 calibration.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first 90 days should reduce uncertainty through bounded tests rather than make execution claims.</a:t>
            </a:r>
          </a:p>
          <a:p/>
          <a:p>
            <a:r>
              <a:t>Visible citation: Recommended validation sequence; no named-partner commitment implied.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decision-relevant next events are tape-outs, volume ramps, production benchmarks, design wins, and ecosystem expansion.</a:t>
            </a:r>
          </a:p>
          <a:p/>
          <a:p>
            <a:r>
              <a:t>Visible citation: Forward watchpoints inferred from publicly stated product stages.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Recommendation strength should reflect evidence coverage, source independence, and hard-gate robustness.</a:t>
            </a:r>
          </a:p>
          <a:p/>
          <a:p>
            <a:r>
              <a:t>Visible citation: Candidate model logic from the CEO-reviewed implementation plan.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GTM effectiveness improves when technical proof, commercial offer, and partner role are tailored to the buyer’s deployment context.</a:t>
            </a:r>
          </a:p>
          <a:p/>
          <a:p>
            <a:r>
              <a:t>Visible citation: Engagement recommendations derived from company target markets.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Software, supply, independent benchmarks, customer concentration, and architecture durability are the central diligence risks.</a:t>
            </a:r>
          </a:p>
          <a:p/>
          <a:p>
            <a:r>
              <a:t>Visible citation: Research-team risk synthesis from public company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bottleneck-first watchlist is more useful than treating all ten companies as direct accelerator competitors.</a:t>
            </a:r>
          </a:p>
          <a:p/>
          <a:p>
            <a:r>
              <a:t>Visible citation: Conclusion based on the CRN cohort and primary-source review.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research used CRN’s July 2026 list, Gartner market context, and official company announcements retrieved through Level 2 livecrawl.</a:t>
            </a:r>
          </a:p>
          <a:p/>
          <a:p>
            <a:r>
              <a:t>Visible citation: CRN; Gartner; official company announcements. Accessed Jul.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evidence base combines one cohort source, one market source, and current primary company disclosures.</a:t>
            </a:r>
          </a:p>
          <a:p/>
          <a:p>
            <a:r>
              <a:t>Visible citation: Full URLs and access context are embedded in speaker notes.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Commercial readiness requires evidence across workload proof, software, supply, reference customers, partners, and economics.</a:t>
            </a:r>
          </a:p>
          <a:p/>
          <a:p>
            <a:r>
              <a:t>Visible citation: Candidate default weights from the CEO-reviewed plan; hard gates override weighted posture.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useful ledger links each company to its strongest anchor, decisive gap, and next validation action.</a:t>
            </a:r>
          </a:p>
          <a:p/>
          <a:p>
            <a:r>
              <a:t>Visible citation: Illustrative public-evidence snapshot; not the authoritative scorecard.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Calibration requires independent ratings, documented disagreement, and evidence-led adjudication.</a:t>
            </a:r>
          </a:p>
          <a:p/>
          <a:p>
            <a:r>
              <a:t>Visible citation: Phase 0 protocol from the CEO-reviewed implementation plan.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960120"/>
            <a:ext cx="310896" cy="402336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43616" y="1362456"/>
            <a:ext cx="310896" cy="3520440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37392" y="1764792"/>
            <a:ext cx="310896" cy="3017520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8046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SEMICONDUCTOR STARTUP LANDSCAPE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8138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10 Coolest Semiconductor Startups of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35808"/>
            <a:ext cx="1417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8"/>
            <a:ext cx="8046720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E0F7F1"/>
                </a:solidFill>
                <a:latin typeface="Calibri"/>
              </a:rPr>
              <a:t>A public-evidence screen for channel, alliance, and ecosystem validation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80467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10 companies  ·  3 partner lenses  ·  44-slide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Based on CRN’s July 15, 2026 cohort; research updated through July 29,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Public evidence supports a validation portfolio—not a named-partner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CRN-selected cohort reveals partnerable wedges, but organization-specific fit still requires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01952"/>
            <a:ext cx="64008" cy="25968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ACT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Validate production-ready offers where software, supply, and deployment evidence are already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8808" y="1901952"/>
            <a:ext cx="64008" cy="259689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VALIDATE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Test technically compelling platforms whose partner motion depends on workload or ecosystem proof.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1901952"/>
            <a:ext cx="64008" cy="259689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Track pre-scale bets until tape-out, availability, and reference-customer evidence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3168"/>
            <a:ext cx="10863072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234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873752"/>
            <a:ext cx="8988552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Scope: CRN’s ten-company closed cohort; candidate archetype-readiness judgments, not an exhaustive market ranking.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Gartner; company announcements.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STRATEGIC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partner opportunity sits in heterogeneous infrastructure—not wholesale GPU replacement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Most wedges can enter beside incumbent accelerators, networks, or software stacks.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Solve one painful workload or link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Coexist with GPUs, CPUs, fabrics, and cloud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Broaden the system footprint after software and supply prove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9028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This favors partners that can provide integration, validation, deployment, and customer access—not just component resale.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Tenstorrent; d-Matrix; Cornelis; Lightmatter; Xsight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Adoption barriers create the partner value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harder the integration, qualification, and operating transition, the more valuable a capable ecosystem becomes.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Benchmark target workloads with transparent methods and incumbent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Package silicon with servers, networking, software, orchestration, and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Build repeatable reference architectures for edge, inference, HPC, and AI fabrics.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Provide observability, lifecycle management, and workload migration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Implications derived from company go-to-market and product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COHORT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Four bottlenecks define the closed-cohort market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strategic question is where each company inserts into the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1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48255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EDGE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56231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203911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02536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Efficient inference + partner ecosystem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3784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3580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ADAPTABLE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843784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302666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Tenstorrent · NextSilicon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90088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RISC-V/IP and runtime-reconfigurable dataflow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31335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023359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INFERENCE SPECIALISTS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831335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5264" y="4014215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Fractile · Etched · d-Matrix · MatX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77639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Workload-specific latency, throughput, and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18888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01091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INTERCONNECT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818888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5264" y="500176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Cornelis · Lightmatter · Xsight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965192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Scale-out fabrics, photonics, and programmable Ethernet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company product pages.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BUSINESS MODEL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Four commercialization models translate architecture into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silicon is only one layer of the offer; control of software, systems, and distribution shapes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CHIPS +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Fractile · Etched · d-Matrix · MatX
Capture value through accelerator cards, racks, and software optimized for a narrow workload.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IP +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Tenstorrent
License CPU and AI cores while also selling complete developer and infrastructure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COMPONENT + DESIGN-IN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Lightmatter · Xsight · Cornelis
Win sockets inside packages, switches, and fabrics through long design and qualification cycles.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PARTNER-LED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Axelera AI · ecosystem-capable peers
Use OEMs, integrators, software vendors, and solution partners to reduce adoption friction.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Business-model synthesis from company product and partner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IDEAL CUSTOMER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addressable buyer is defined by workload pain—not company size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Each ICP has a different proof threshold, buying center, and adoption clock.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HYPERSCALERS + FRONTIER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d-Matrix · Etched · MatX · Lightmatter · Xsight
Inference economics, bandwidth density, custom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HPC +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NextSilicon · Cornelis · Tenstorrent
Irregular workloads, predictable fabrics, energy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SOVEREIGN + ENTERPRISE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Tenstorrent · d-Matrix · Axelera
Control, programmability, deployment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EDGE OEMs + SOLUTION BUILDERS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Axelera AI · selected Tenstorrent systems
Low power, compact form factor, fast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ICP synthesis from company-stated target workloads and deployment models.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GO-TO-MARKET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Semiconductor GTM progresses from design influence to repeatable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Revenue arrives after technical validation, software integration, and supply assurance—not after a strong benchmark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  LIGHTHOUSE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Co-develop on a painful workload with a technically credible buyer.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02  DESIGN-IN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Secure software, board, package, network, and supply-chain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03 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Publish repeatable architecture, benchmark method, and operating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04  REPLICATE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Scale through OEM, cloud, integrator, and software ecosystem partners.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GTM synthesis from company availability, partner, and deployment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Partners compound value from workload proof through lifecycle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Each stage reduces a distinct adoption risk for the startup and the buyer.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Benchmark a named workload with transparent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Integrate silicon, systems, software, networking, and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REPLICATE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Deploy reference architectures and operate them repeatedly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9028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highest-leverage partner is the one that converts technical advantage into a repeatable production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Tenstorrent; d-Matrix; Cornelis; Lightmatter; Xsight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COHORT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ten startups span four wedges and uneven commercialization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overview is a navigation aid—not a risk-adjusted ranking.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WEDGE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STAGE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LIKELY ENTRY MOTION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deployment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Partner-led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Open compute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Direct + licensing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Adaptive dataflow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Lighthouse co-development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Hyperscale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validation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accelerator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Frontier-lab co-design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Photonic I/O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Ethernet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Customer sampling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NOS/OEM design-in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official company product and financing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01 ·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987552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Seven companies are redesigning where and how AI computation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80944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From efficient edge inference to transformer-only and memory-centric accelerators.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CRN cohort taxonomy.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AXELERA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Axelera turns edge acceleration into a deployment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Efficient AI hardware is paired with software, systems, and a partner-led route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EDGE +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xelera-ai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AXELERA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Purpose-built inference for computer vision and generative AI from edge systems toward data centers.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More than $250M raised in 2026; Metis platform shipping and broader manufacturing scale planned.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Partner Accelerator Network links software vendors, model makers, integrators, and solution providers.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Must translate funding and partner breadth into repeatable deployments and supply scale.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Axelera AI, Feb. 24,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TENSTORRENT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Tenstorrent attacks lock-in with a programmable system and licensable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Its portfolio spans AI processors, Galaxy systems, Tensix cores, and high-performance RISC-V.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OPEN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nstorrent-tt-ascal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TENSTORRENT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Open, programmable AI compute plus RISC-V CPU IP rather than a closed accelerator-only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TT-Ascalon S launched in June 2026; CRN reports more than $1B raised and global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Sell systems, license CPU/AI cores, or deploy beside GPUs in sovereign and enterprise infrastructure.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Software maturity and ecosystem adoption must keep pace with a broad hardware portfolio.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Tenstorrent, Jun. 30, 2026; CRN.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NEXTSILICON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NextSilicon makes the accelerator adapt to code at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Maverick-2 targets irregular HPC and AI workloads without forcing application rewrites.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ADAPTIVE DATAFLOW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extsilicon-maverick-2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NEXTSILICON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 software-learning Intelligent Compute Architecture dynamically configures dataflow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$303M reported funding; product-volume availability and partner deployments announced.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Algorithmically complex HPC, AI, and vector workloads using existing C++, Python, or Fortran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Bold performance-per-watt claims need broad independent workload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NextSilicon, Oct. 22, 2025. Performance figures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FRACTILE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Fractile is designing the full stack around exploding inference token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UK startup argues that reasoning workloads require a new cost-versus-latency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FRONTIER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actile-thumbnail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FRACTILE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Co-design from AI research and compiler behavior through microarchitecture and foundry process.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$220M financing led by Accel, Factorial Funds, and Founders Fund.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High-token reasoning and frontier-model inference where latency and cost compound quickly.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Pre-scale execution: tape-out, software readiness, manufacturing, and customer validation remain ahead.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Fractile,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Etched trades generality for a transformer-only performance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Sohu hardwires the dominant model architecture into chips, racks, and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TRANSFORMER ASIC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tched-sohu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ETCHED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 transformer ASIC designed for throughput and interactivity rather than broad model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Company progress page reports a $300M financing milestone at a $10.3B 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Large-scale inference systems where transformer workloads dominate utilization.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Architectural concentration creates upside if transformers persist—and exposure if model structures shift.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Etched product and progress pages, accessed Jul. 29,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D-MATRIX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d-Matrix moves inference compute closer to memory—and into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Corsair integrates accelerators, networking, and software for latency-sensitive data-center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IN-MEMORY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-matrix-corsai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D-MATRIX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Digital in-memory compute reduces data movement for high-throughput, low-latency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Corsair in full production; $450M total funding and a $2B valuation reported by the company.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Hyperscalers, neoclouds, and frontier labs; can pair with GPUs for heterogeneous inference.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Volume ramp, model coverage, and repeatable customer economics must prove beyond early priority accounts.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d-Matrix, Nov. 12, 2025 and Jun. 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MATX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MatX designs the chip around LLM throughput and latency from first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MatX One combines SRAM-first latency with HBM support for long contexts.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LLM-SPECIFIC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x-cov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MATX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An LLM-specific architecture balancing high throughput, low latency, and long-context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$500M Series B led by Jane Street and Situational Awareness 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Large-model training and inference where a narrow workload justifies custom silicon.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Tape-out and manufacturing scale are still ahead; software and real-system benchmarks must follow.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MatX, Feb. 24, 2026. Performance statements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COMPUTE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compute challengers differentiate most clearly by breadth versus specialization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broader the workload scope, the heavier the software and ecosystem burden.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WORKLOAD SCOPE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 PHILOSOPHY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2026 STAGE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+ inference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Platform +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/ scaling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AI + CPU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+ licensable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+ irregular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Runtime-adaptive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 volumes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specialist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Fixed-function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Early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Data-center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+ full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workloads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Purpose-built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announcements; maturity is an analytical 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02 ·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987552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Three companies treat data movement as the next AI scaling frontier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80944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Network fabrics, photonic links, and programmable Ethernet can unlock value without replacing 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Cornelis; Lightmatter; Xsight Labs.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CORNELIS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Cornelis reopens a scale-out fabric alternative for AI and HPC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CN5000 extends Omni-Path into modern training, inference, and technical-computing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SCALE-OUT FABRIC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nelis-cn5000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CORNELIS NETWORKS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Purpose-built scale-out networking focused on predictable throughput and congestion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Commercial CN5000 portfolio; $29M Series B disclosed to fund product expansion.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AI training, inference, and HPC clusters seeking an alternative fabric.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Must win ecosystem support and operational trust against entrenched Ethernet and InfiniBand choices.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Cornelis Networks product page and Series B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LIGHTMATTER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Lightmatter uses photonics to break the electrical I/O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Passage integrates optical connectivity across large AI packages and rack-scale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PHOTONIC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matter-hardware-proof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LIGHTMATTER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3D-stacked photonic interposers move data where electrical chip-edge I/O becomes limiting.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M1000 reference platform; $400M Series D and $850M total capital reported in 2024.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Hyperscaler and accelerator designs requiring high-bandwidth, energy-efficient scale-up links.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Packaging, manufacturing yield, standards, and partner integration determine time to volume.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Lightmatter product and funding announcements. Bandwidth is a vendor specification.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XSIGHT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873252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Xsight makes programmable Ethernet silicon an AI-factory control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X2 targets hyperscale, edge, and private data centers with 100G SerDes and 800G fabric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PROGRAMMABLE ETHERNET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xsight-site-ic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XSIGHT LABS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Programmable switching silicon with a documented hardware/software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Second-generation X2 family sampling to customers; end-to-end connectivity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 IaaS, AI fabrics, edge networks, and private data centers.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Customer concentration, software tooling, and fast-moving Ethernet standards raise execution demands.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Xsight Labs X2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INTERCONNECT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three connectivity plays solve different layers of the same scaling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They are complements in some architectures and substitutes in others.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LAYER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CORE PROMISE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ADOPTION DEPENDENCY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Predictable lossless scale-out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Fabric ecosystem + 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Package / scale-up I/O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Bandwidth density + energy efficiency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 + design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Xsight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Switch 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Programmability + lower-power Ethernet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NOS/tooling + hyperscaler adoption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product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SIX PARTNER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Six entry criteria determine which partner motion is credible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A motion is eligible only when the relevant technical and commercial gates have public or validated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Packaged offer, supply visibility, support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APIs, software maturity, reference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CO-SELL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Named ICP, repeatable proof, commercial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Roadmap alignment, qualification, capacity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Transparent benchmark method and workload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1616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Telemetry, lifecycle support, SLA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diligence framework.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Distributor readiness is strongest where offers are packageable and supportable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Qualitative labels are provisional public-evidence judgments; validate locally before partner selection.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network + edge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channel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Systems and developer products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support ownership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SKU + supply 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 availability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ambition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production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repeatable packaging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Track launch milestones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geographic coverage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Design-in component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Distributor role may be limited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Sampling switch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OEM/NOS support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product, availability,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SYSTEMS-INTEGRATOR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SI readiness concentrates where integration complexity meets deployable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Systems integrators create value when reference architecture and operating accountability are both real.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solution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Build vertical reference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programmable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software operations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application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Prove porting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Secure lighthouse workload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Rack-scale specialization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workload durability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inference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TCO + SLA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accessible 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migration services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Packaging-level insertion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SI control point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Ethernet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NOS/tooling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 and deployment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Ecosystem-orchestrator readiness follows leverage across multiple complements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The strongest orchestration candidates can align OEMs, software, cloud, packaging, or network partners.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Explicit partner network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Measure 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IP + systems + open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governance and overlap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Code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Expand software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co-design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foundry + system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Transformer-specific stack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model ecosystem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Heterogeneous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cloud/OEM replication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LLM-specific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launch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Interoperable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ecosystem breadth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+ foundry dependency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Coordinate design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switch interface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Align NOS + OEM roadmap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platform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Product maturity and partner readiness are related—but not interchangeable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A mature product can still lack a repeatable partner motion; an early product can merit targeted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874519"/>
            <a:ext cx="9784080" cy="370332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874519"/>
            <a:ext cx="22860" cy="370332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726179"/>
            <a:ext cx="9784080" cy="228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874519"/>
            <a:ext cx="4892040" cy="185166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62356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MORE COMMERCIAL EVIDENCE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" y="3072384"/>
            <a:ext cx="84124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MORE SPECIALIZED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5044" y="369051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4420" y="3946550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Axelera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2089" y="428304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6017" y="455736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3681" y="343128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3057" y="3687318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27094" y="25795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3982" y="2853842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1184" y="198699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243023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0497" y="25795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9873" y="2442362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5731" y="213512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2459" y="1997963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23452" y="417194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0340" y="403478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2318" y="228325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1694" y="2539288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49363" y="346831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8739" y="333115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Xsight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assessment from public product and funding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Distributor economics require packageability, margin room, and bounded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A compelling chip is not channel-ready if every sale demands bespoke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93392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SYSTEM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1965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initial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Inventory, support, and supply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96896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SILICON DESIGN-IN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7157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Sticky volume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1576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Long qualification and concentration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46704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93008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IP 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46557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Asset-light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65576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Customer implementation and royalty timing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42816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SOFTWARE +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421538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Recurring control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15384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Requires developer adoption and model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46320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92624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PARTNER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49651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Distribution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96519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Enablement cost and channel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business-model assessment; no company financial forecasts implied.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SI economics improve when reusable integration exceeds one-off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Prioritize offers that can become repeatable architectures, migration services, and managed operations.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ICP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REQUIRED PROOF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COMMERCIAL OFFER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PARTNER ROLE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HYPERSCALER / LAB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Rack-scale throughput, latency, power, reliability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Co-design + reserved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Packaging, foundry,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HPC / RESEARCH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Real application benchmarks and fabric behavior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Reference cluster / early access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HPC integrator + software porting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ENTERPRISE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TCO on named models and SLAs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Integrated appliance / managed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Cloud, OEM, SI, MLOps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EDGE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Power, thermals, form factor, time-to-production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Module + SDK + certification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Distributor, ISV, embedded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Engagement recommendations derived from company target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Ecosystem leverage comes from coordinating scarce complements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Orchestrators should focus where no single startup can complete the adoption path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COMPUTE +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Align models, compilers, runtimes, orchestration, and developer tooling.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SYSTEM +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Coordinate boards, memory, packaging, manufacturing, and service readiness.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NETWORK +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Integrate fabrics, NOS, telemetry, security, and lifecycle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 +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Secure lighthouse workloads and publish repeatable evidence packages.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Strategic synthesis from the ten-company public-evidence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PORTFOLIO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portfolio should separate action from validation and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Buckets represent the next diligence posture, not a company-quality ranking.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POSTURE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CANDIDATES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VALIDATE BEFORE CHANGE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ACT NOW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Axelera AI · d-Matrix · 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Deployable offer + visible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Partner economics and repeatability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VALIDATE NEXT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Tenstorrent · NextSilicon · Lightmatter · Xsight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Strong wedge; motion-specific gaps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Software, design-in, and operating proof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Fractile · Etched · 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High potential; earlier commercialization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Tape-out, availability, references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public-evidence posture; requires Phase 0 calibration.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90-DAY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A 90-day plan should buy evidence—not commit the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Run bounded validation actions with explicit outputs and stop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0–30 DAYS ·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Confirm offer, stage, ICP, partner boundary, and evidence owner for six shortlisted motions.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31–60 DAYS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Run workload, integration, support, and commercial discovery with named hypotheses.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61–90 DAYS ·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Advance, redesign, or stop each motion based on proof-package completion.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One evidence ledger, one archetype decision, and one next-action brief per shortlisted company.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Recommended validation sequence; no named-partner commitment implied.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12-MONTH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Quarterly activation triggers should change posture only when evidence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Monitor stage transitions rather than treating funding announcements as progress by themselves.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PRE-SILICON / PRE-SCALE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Fractile · MatX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56816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Tape-out, first silicon, compiler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9776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EARLY SYSTEMS /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889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Etched · Lightmatter · Xsight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89504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Customer qualification, production benchmarks, design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12464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0448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PRODUCT / VOLUME 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8221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Axelera · NextSilicon · d-Matrix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22192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Shipment growth, repeat deployments, supply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45152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37176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PORTFOLIO /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4754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Tenstorrent · Cornelis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Partner replication, software depth, installed-base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Forward watchpoints inferred from publicly stated product stages.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CONFIDENCE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Confidence—not false precision—should govern recommendation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Withdrawn evidence or failed hard gates can reverse a candidate posture even when the technical wedge remains compelling.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COVERAGE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Public evidence is uneven across supply, customers, support, economics, and partner-sourced 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INDEPENDENCE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Many performance and availability claims originate with vendors and need third-party or customer corroboration.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Distributor, SI, and ecosystem lenses can produce different next actions for the same company.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REVERSAL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 failed supply, production, security, or support gate overrides an otherwise attractive motion.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model logic from the CEO-reviewed implementation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PROOF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Each partner motion needs a different proof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Proof should answer the buyer’s adoption decision—not merely showcase a peak benchmark.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ICP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REQUIRED PROOF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COMMERCIAL OFFER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PARTNER ROLE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HYPERSCALER / LAB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Rack-scale throughput, latency, power, reliability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Co-design + reserved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Packaging, foundry,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HPC / RESEARCH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Real application benchmarks and fabric behavior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Reference cluster / early access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HPC integrator + software porting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ENTERPRISE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TCO on named models and SLAs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Integrated appliance / managed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Cloud, OEM, SI, MLOps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EDGE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Power, thermals, form factor, time-to-production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Module + SDK + certification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Distributor, ISV, embedded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Engagement recommendations derived from company target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Kill criteria protect the portfolio from impressive but non-deployable silicon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Stop or redesign a motion when critical evidence cannot be produced within the validation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92807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7451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Compiler maturity, frameworks, model coverage, and developer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2359151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79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60903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42615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Tape-out, yield, packaging, memory availability, and manufacturing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127247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5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28999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1071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Independent benchmarks, production workloads, and total-cost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895344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1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97095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7880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Design-win conversion, concentration, support burden, and renewal economics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" y="4663440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01767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965191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DURABILITY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46903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Whether the targeted workload or interconnect standard remains strategically important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5431536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risk synthesis from public company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Use the deck to select validation priorities—not to declare winners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The output is decision support for the next evidence-buying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PUBLIC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Supports candidate archetype-readiness and focused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Calibrates the rubric with independent raters and historical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LOCAL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Required before named-partner fit or organization-specific right-to-win.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70832"/>
            <a:ext cx="10881360" cy="859536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08576"/>
            <a:ext cx="10287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The decision is which uncertainty to reduce next—and which partner motion deserves that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Conclusion based on the CRN cohort and primary-source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METHODOLOGY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method is a closed-cohort public-evidence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CRN selected the ten companies; the analysis does not claim exhaustive market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74519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Cohort: the ten companies named by CRN on July 15,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587752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Evidence: official product, availability, financing, and partner announcements retrieved through Level 2 livecrawl.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55264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00984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Judgments: qualitative partner-fit labels are provisional and retain explicit evidence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014215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Boundary: no investment recommendation, named-partner selection, or organization-specific right-to-win.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607040" cy="640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038344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Primary domains: crn.com · gartner.com · axelera.ai · tenstorrent.com · nextsilicon.com · fractile.ai · etched.com · d-matrix.ai · cornelis.com · lightmatter.co · matx.com · xsightlabs.com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Gartner; official company announcements. Accessed Jul. 29,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SOURCES &amp; 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Fifteen current sources anchor cohort, market, product, and financing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Official company sources are used for company-specific facts; vendor claims remain labeled as such.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EVIDENCE GROUP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SOURCE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FRESHNESS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Jul. 15, 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Ten-company selection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Gartner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Apr. 8, 2026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2026 semiconductor revenue context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7 official company sources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2025–2026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Products, funding, availability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CONNECTIVITY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3 official company sources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2024–2026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Fabrics, photonics, switching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VISUALS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10 official company sites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Accessed Jul. 29, 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Product and brand assets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Full URLs and access context are embedded in speaker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rubric weights readiness evidence and applies hard gates before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Weights are candidate defaults; Phase 0 calibration precedes organization-specific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PRODUCT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Availability, qualification, roadmap credibility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SOFTWARE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Frameworks, tools, deployment,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Named proof, conversion, expansion,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OEM, ISV, cloud, foundry, packaging leverage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ECONOMICS 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TCO, margin room, support burden, recurring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1616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SUPPLY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Yield, capacity, packaging, memory, delivery assurance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default weights from the CEO-reviewed plan; hard gates override weighted posture.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EVIDENCE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evidence ledger makes every posture traceable to a gap and next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This snapshot shows the operating grain; the full ledger should be maintained outside PowerPoint.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 / GROUP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STRONGEST ANCHOR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DECISIVE GAP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QUESTION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ecosystem + funding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distributor/SI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Independent TCO + references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repeatable SI offer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Channel coverage + migration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integration motion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Support ownership + adoption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Choose licensing vs systems motion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photonic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Qualification + design wins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orchestrator 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 / Etched / MatX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Capital + architecture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Availability + customer proof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 milestone triggers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Illustrative public-evidence snapshot; not the authoritative scorecard.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INTERVIEW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The interview protocol tests evidence, repeatability, and partner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5B6B7C"/>
                </a:solidFill>
                <a:latin typeface="Calibri"/>
              </a:rPr>
              <a:t>Use two independent raters per lens before the candidate model is treated as calibrated.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PRODUCT +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What is shipping, supported, observable, and repeatable on a named workload today?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CUSTOMER +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Which paid deployments converted, expanded, and met TCO or SLA expectations?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PARTNER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What must a distributor, SI, or orchestrator own—and what remains with the startup?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ADJUDICATION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Where do raters disagree, what evidence would resolve it, and which hard gate controls posture?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Phase 0 protocol from the CEO-reviewed implementation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