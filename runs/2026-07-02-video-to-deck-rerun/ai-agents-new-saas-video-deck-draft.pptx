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VIDEO-TO-DECK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8321040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AI Agents Are The New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12848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F4F7F8"/>
                </a:solidFill>
                <a:latin typeface="Calibri"/>
              </a:rPr>
              <a:t>Branded PPTX from cached transcript, frames, and Excalidraw 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63240"/>
            <a:ext cx="5029200" cy="2011680"/>
          </a:xfrm>
          <a:prstGeom prst="roundRect">
            <a:avLst>
              <a:gd name="adj" fmla="val 14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346704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Core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730752"/>
            <a:ext cx="43434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The monetizable opportunity is not a generic chatbot. It is a narrow, repeated human workflow that can be shadowed, specified, piloted, and then productized.</a:t>
            </a:r>
          </a:p>
        </p:txBody>
      </p:sp>
      <p:pic>
        <p:nvPicPr>
          <p:cNvPr id="9" name="Picture 8" descr="frame_0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788920"/>
            <a:ext cx="5074920" cy="28546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Video-to-Deck | AI Agents are the new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Playbook Is Service First, Product Second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video is a founder workflow for turning agent work into a sellable product.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2148840" cy="1828800"/>
          </a:xfrm>
          <a:prstGeom prst="roundRect">
            <a:avLst>
              <a:gd name="adj" fmla="val 12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883664"/>
            <a:ext cx="185623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1. Niche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267712"/>
            <a:ext cx="1856232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Find repeated work where misses are expensive.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737360"/>
            <a:ext cx="2148840" cy="1828800"/>
          </a:xfrm>
          <a:prstGeom prst="roundRect">
            <a:avLst>
              <a:gd name="adj" fmla="val 12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9544" y="1883664"/>
            <a:ext cx="185623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2. Shadow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9544" y="2267712"/>
            <a:ext cx="1856232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Watch the human do the job before building.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1737360"/>
            <a:ext cx="2148840" cy="1828800"/>
          </a:xfrm>
          <a:prstGeom prst="roundRect">
            <a:avLst>
              <a:gd name="adj" fmla="val 12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86984" y="1883664"/>
            <a:ext cx="185623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3. 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6984" y="2267712"/>
            <a:ext cx="1856232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Extract trigger, context, tools, rules, and success criteria.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737360"/>
            <a:ext cx="2148840" cy="1828800"/>
          </a:xfrm>
          <a:prstGeom prst="roundRect">
            <a:avLst>
              <a:gd name="adj" fmla="val 12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4424" y="1883664"/>
            <a:ext cx="185623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4.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4424" y="2267712"/>
            <a:ext cx="1856232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Sell outcome labor first, then productize the repeatable pattern.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11094415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The deck should show the workflow, not just summarize the transcript.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Markdown remains the source trail; the PPTX is the client-facing artifact.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Captured frames and recreated diagrams become slide visuals.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4415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108192"/>
            <a:ext cx="10838383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8F75"/>
                </a:solidFill>
                <a:latin typeface="Calibri"/>
              </a:rPr>
              <a:t>Source: cached VTT transcript plus watch frames 0001, 0004, and 0008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AI Agents are the new SaaS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Speed And Cost Are The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opening visual frames the agent opportunity as better unit economics.</a:t>
            </a:r>
          </a:p>
        </p:txBody>
      </p:sp>
      <p:pic>
        <p:nvPicPr>
          <p:cNvPr id="7" name="Picture 6" descr="frame_0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192" y="1444752"/>
            <a:ext cx="6941311" cy="39044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9640" y="1627632"/>
            <a:ext cx="283464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Cost per customer interaction shifts from human labor to low-cost agent execution.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Response time and resolution time become the buyer-facing proof points.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The claim needs validation per use case before it becomes an executive metric.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053328"/>
            <a:ext cx="11094415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6108192"/>
            <a:ext cx="10838383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8F75"/>
                </a:solidFill>
                <a:latin typeface="Calibri"/>
              </a:rPr>
              <a:t>Captured diagram frame: the unit economics crush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AI Agents are the new SaaS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Observe The Workflow Before Building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first operating move is evidence gathering, not prompt writing.</a:t>
            </a:r>
          </a:p>
        </p:txBody>
      </p:sp>
      <p:pic>
        <p:nvPicPr>
          <p:cNvPr id="7" name="Picture 6" descr="frame_0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447" y="1417320"/>
            <a:ext cx="6908800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9640" y="1664208"/>
            <a:ext cx="2743200" cy="2926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Watch 10-20 real workflow runs.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Capture screens, decisions, exceptions, and handoffs.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Convert observed behavior into the agent spec.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053328"/>
            <a:ext cx="11094415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6108192"/>
            <a:ext cx="10838383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8F75"/>
                </a:solidFill>
                <a:latin typeface="Calibri"/>
              </a:rPr>
              <a:t>Captured diagram frame: shadow the human before you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AI Agents are the new SaaS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Sell The Pilot Like Labor, Then Productize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first sale validates pain and workflow fit before software packaging.</a:t>
            </a:r>
          </a:p>
        </p:txBody>
      </p:sp>
      <p:pic>
        <p:nvPicPr>
          <p:cNvPr id="7" name="Picture 6" descr="frame_0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063" y="1389888"/>
            <a:ext cx="6957568" cy="3913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9640" y="1664208"/>
            <a:ext cx="2743200" cy="2926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Promise a concrete workflow outcome.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Use simple pricing that maps to the avoided human job.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Productize only after the same pattern repeats across pilots.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053328"/>
            <a:ext cx="11094415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6108192"/>
            <a:ext cx="10838383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8F75"/>
                </a:solidFill>
                <a:latin typeface="Calibri"/>
              </a:rPr>
              <a:t>Captured diagram frame: sell the pilot like labor, then productize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AI Agents are the new SaaS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Agent SaaS Conversion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Recreated as editable Excalidraw source, then used as a slide-ready visual.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2057400" cy="1691640"/>
          </a:xfrm>
          <a:prstGeom prst="roundRect">
            <a:avLst>
              <a:gd name="adj" fmla="val 12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020823"/>
            <a:ext cx="17647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Pick a niche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404871"/>
            <a:ext cx="1764792" cy="1033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High-cost repeated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5224" y="2542032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74519"/>
            <a:ext cx="2057400" cy="1691640"/>
          </a:xfrm>
          <a:prstGeom prst="roundRect">
            <a:avLst>
              <a:gd name="adj" fmla="val 12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2020823"/>
            <a:ext cx="17647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Shadow the human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404871"/>
            <a:ext cx="1764792" cy="1033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Observe 10-20 runs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95544" y="2542032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1874519"/>
            <a:ext cx="2057400" cy="1691640"/>
          </a:xfrm>
          <a:prstGeom prst="roundRect">
            <a:avLst>
              <a:gd name="adj" fmla="val 12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4184" y="2020823"/>
            <a:ext cx="17647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Extract the spec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4184" y="2404871"/>
            <a:ext cx="1764792" cy="1033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Trigger, context, tools,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542032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1874519"/>
            <a:ext cx="2057400" cy="1691640"/>
          </a:xfrm>
          <a:prstGeom prst="roundRect">
            <a:avLst>
              <a:gd name="adj" fmla="val 12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04504" y="2020823"/>
            <a:ext cx="17647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Pilot to 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4504" y="2404871"/>
            <a:ext cx="1764792" cy="1033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Sell service, package software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5B6B7C"/>
                </a:solidFill>
                <a:latin typeface="Calibri"/>
              </a:rPr>
              <a:t>Editable source: ai-agents-new-saas-concept.excalidraw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00016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Use this as the cleaned client-facing version; keep captured frames as evidence.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053328"/>
            <a:ext cx="11094415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6108192"/>
            <a:ext cx="10838383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8F75"/>
                </a:solidFill>
                <a:latin typeface="Calibri"/>
              </a:rPr>
              <a:t>Recreated diagram derived from transcript and frame references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AI Agents are the new SaaS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30-Day Build Path Needs Proof Before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video closes with an execution rhythm for agent-first businesses.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2514600" cy="2011680"/>
          </a:xfrm>
          <a:prstGeom prst="roundRect">
            <a:avLst>
              <a:gd name="adj" fmla="val 12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792224"/>
            <a:ext cx="2221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Days 1-3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176272"/>
            <a:ext cx="2221992" cy="1353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Pick niche, shadow workflow, write agent spec.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45920"/>
            <a:ext cx="2514600" cy="2011680"/>
          </a:xfrm>
          <a:prstGeom prst="roundRect">
            <a:avLst>
              <a:gd name="adj" fmla="val 12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1792224"/>
            <a:ext cx="2221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2176272"/>
            <a:ext cx="2221992" cy="1353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Build a narrow workflow pilot with clear success criteria.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2514600" cy="2011680"/>
          </a:xfrm>
          <a:prstGeom prst="roundRect">
            <a:avLst>
              <a:gd name="adj" fmla="val 12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792224"/>
            <a:ext cx="2221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Weeks 2-3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176272"/>
            <a:ext cx="2221992" cy="1353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Sell two pilots in the same niche and collect real workflow proof.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645920"/>
            <a:ext cx="2148840" cy="2011680"/>
          </a:xfrm>
          <a:prstGeom prst="roundRect">
            <a:avLst>
              <a:gd name="adj" fmla="val 12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3144" y="1792224"/>
            <a:ext cx="185623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Week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4" y="2176272"/>
            <a:ext cx="1856232" cy="1353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Turn repeated delivery into a product pattern.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43400"/>
            <a:ext cx="11094415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Decision gate: scale only after the same painful workflow repeats across buyers.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53328"/>
            <a:ext cx="11094415" cy="256032"/>
          </a:xfrm>
          <a:prstGeom prst="roundRect">
            <a:avLst>
              <a:gd name="adj" fmla="val 8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108192"/>
            <a:ext cx="10838383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8F75"/>
                </a:solidFill>
                <a:latin typeface="Calibri"/>
              </a:rPr>
              <a:t>Source: transcript section around 22:06-25:30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AI Agents are the new SaaS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Markdown Is Source, PPTX Is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Keep the evidence files, but wire the workflow to a branded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57784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Research Markdown: evidence, transcript synthesis, claims, citations, speaker notes.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Storyboard Markdown: slide outline and action titles before rendering.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Excalidraw or Draw.io: editable diagram source.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PNG/SVG/frame captures: visuals embedded into slides.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Branded PPTX: final delivery artifact after validation and preview QA.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691640"/>
            <a:ext cx="4206240" cy="256032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50608" y="1993392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Required final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0608" y="2487168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ai-agents-new-saas-video-deck-draft.pptx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3456432"/>
            <a:ext cx="33832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F4F7F8"/>
                </a:solidFill>
                <a:latin typeface="Calibri"/>
              </a:rPr>
              <a:t>Status: draft until contact-sheet preview is reviewed.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AI Agents are the new SaaS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