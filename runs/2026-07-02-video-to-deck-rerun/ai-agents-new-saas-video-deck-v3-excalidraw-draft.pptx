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VIDEO-TO-DECK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DCE6EF"/>
                </a:solidFill>
                <a:latin typeface="Calibri"/>
              </a:rPr>
              <a:t>Excalidraw-first deck rebuilt from dense hyperframes and transcript storyline.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4937760" cy="105156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218688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Delivery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547872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FFFFFF"/>
                </a:solidFill>
                <a:latin typeface="Calibri"/>
              </a:rPr>
              <a:t>Every main content slide uses an Excalidraw-rendered visual. The editable .excalidraw sources are saved beside the PPTX.</a:t>
            </a:r>
          </a:p>
        </p:txBody>
      </p:sp>
      <p:pic>
        <p:nvPicPr>
          <p:cNvPr id="9" name="Picture 8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AAB6C4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ai-agents-new-saas-v3-thesis-workflow.excalidraw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SaaS Packaged Workflows; Agents Execute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01" y="1152144"/>
            <a:ext cx="8763293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ai-agents-new-saas-v3-market-context.excalidraw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ECONOMIC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Unit Economics Make The Wedge Obvious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ai-agents-new-saas-v3-unit-economics.excalidraw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SEARCH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ai-agents-new-saas-v3-workflow-scorecard.excalidraw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WEDGE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Founder-Sized Wedges Start In Urgent Service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ai-agents-new-saas-v3-wedge-examples.excalidraw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OPERATING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Shadow The Human Before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ai-agents-new-saas-v3-shadow-human.excalidraw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BUILD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Build The Smallest Useful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ai-agents-new-saas-v3-smallest-agent.excalidraw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Agentic Workflows Need A Control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ai-agents-new-saas-v3-agentic-workflows.excalidraw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The Wrapper Makes It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ai-agents-new-saas-v3-wrapper-saas.excalidraw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Sell The Pilot Like Labor, Then Productize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ai-agents-new-saas-v3-pilot-productize.excalidraw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Own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ai-agents-new-saas-v3-own-workflow.excalidraw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08F75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50" b="1" i="0">
                <a:solidFill>
                  <a:srgbClr val="0A1628"/>
                </a:solidFill>
                <a:latin typeface="Calibri"/>
              </a:rPr>
              <a:t>Every Meaningful Visual Beat Is Accounted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058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s-new-saas-v3-cover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92" y="1152144"/>
            <a:ext cx="853931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72784"/>
            <a:ext cx="80467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0" i="0">
                <a:solidFill>
                  <a:srgbClr val="5B6B7C"/>
                </a:solidFill>
                <a:latin typeface="Calibri"/>
              </a:rPr>
              <a:t>Excalidraw source: ai-agents-new-saas-v3-coverage-map.excalidraw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272784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