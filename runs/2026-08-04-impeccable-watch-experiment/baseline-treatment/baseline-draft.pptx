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800600"/>
            <a:ext cx="12191695" cy="2057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1091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IMPECCABLE 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58384"/>
            <a:ext cx="89611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Design with range, taste, and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Reconstructed from the complete visual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Impeccable 4.0 introduction</a:t>
            </a:r>
          </a:p>
        </p:txBody>
      </p:sp>
      <p:pic>
        <p:nvPicPr>
          <p:cNvPr id="5" name="Picture 4" descr="01-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Impeccable 4.0 is introduced as a design-control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Avoid generic AI design</a:t>
            </a:r>
          </a:p>
        </p:txBody>
      </p:sp>
      <p:pic>
        <p:nvPicPr>
          <p:cNvPr id="5" name="Picture 4" descr="02-tas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opening problem is sameness: generic visual defaults instead of deliberate taste.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Live mode</a:t>
            </a:r>
          </a:p>
        </p:txBody>
      </p:sp>
      <p:pic>
        <p:nvPicPr>
          <p:cNvPr id="5" name="Picture 4" descr="03-l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Live mode is presented as the release's largest workflow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Visual worlds</a:t>
            </a:r>
          </a:p>
        </p:txBody>
      </p:sp>
      <p:pic>
        <p:nvPicPr>
          <p:cNvPr id="5" name="Picture 4" descr="04-worl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A world supplies a coherent visual grammar before composition begins.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Context-specific options</a:t>
            </a:r>
          </a:p>
        </p:txBody>
      </p:sp>
      <p:pic>
        <p:nvPicPr>
          <p:cNvPr id="5" name="Picture 4" descr="05-op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interface proposes directions that respond to the current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One skill and its commands</a:t>
            </a:r>
          </a:p>
        </p:txBody>
      </p:sp>
      <p:pic>
        <p:nvPicPr>
          <p:cNvPr id="5" name="Picture 4" descr="06-comman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A single installed skill exposes a family of design and review commands.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Anti-pattern detection</a:t>
            </a:r>
          </a:p>
        </p:txBody>
      </p:sp>
      <p:pic>
        <p:nvPicPr>
          <p:cNvPr id="5" name="Picture 4" descr="07-det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Detection makes recurring generic patterns visible and actionable.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Installation</a:t>
            </a:r>
          </a:p>
        </p:txBody>
      </p:sp>
      <p:pic>
        <p:nvPicPr>
          <p:cNvPr id="5" name="Picture 4" descr="08-inst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demonstrated setup is a single package-install command.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Website brief</a:t>
            </a:r>
          </a:p>
        </p:txBody>
      </p:sp>
      <p:pic>
        <p:nvPicPr>
          <p:cNvPr id="5" name="Picture 4" descr="09-brie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example begins with purpose and content, not decoration.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Visual variations</a:t>
            </a:r>
          </a:p>
        </p:txBody>
      </p:sp>
      <p:pic>
        <p:nvPicPr>
          <p:cNvPr id="5" name="Picture 4" descr="10-vari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Multiple directions are generated so the user can select visually.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First finished result</a:t>
            </a:r>
          </a:p>
        </p:txBody>
      </p:sp>
      <p:pic>
        <p:nvPicPr>
          <p:cNvPr id="5" name="Picture 4" descr="11-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first complete page establishes a usable baseline rather than a final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Live comparison</a:t>
            </a:r>
          </a:p>
        </p:txBody>
      </p:sp>
      <p:pic>
        <p:nvPicPr>
          <p:cNvPr id="5" name="Picture 4" descr="12-live-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Side-by-side inspection turns iteration into a selection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Bolder alternatives</a:t>
            </a:r>
          </a:p>
        </p:txBody>
      </p:sp>
      <p:pic>
        <p:nvPicPr>
          <p:cNvPr id="5" name="Picture 4" descr="13-bol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next pass deliberately pushes range instead of polishing one default.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Detector results</a:t>
            </a:r>
          </a:p>
        </p:txBody>
      </p:sp>
      <p:pic>
        <p:nvPicPr>
          <p:cNvPr id="5" name="Picture 4" descr="14-detect-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detector identifies concrete anti-patterns in the working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Design system record</a:t>
            </a:r>
          </a:p>
        </p:txBody>
      </p:sp>
      <p:pic>
        <p:nvPicPr>
          <p:cNvPr id="5" name="Picture 4" descr="15-design-m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Design decisions are captured so the direction remains coherent across iterations.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Inspiration library</a:t>
            </a:r>
          </a:p>
        </p:txBody>
      </p:sp>
      <p:pic>
        <p:nvPicPr>
          <p:cNvPr id="5" name="Picture 4" descr="16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External references provide visual specificity that prose cannot fully encode.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Reference-led result</a:t>
            </a:r>
          </a:p>
        </p:txBody>
      </p:sp>
      <p:pic>
        <p:nvPicPr>
          <p:cNvPr id="5" name="Picture 4" descr="17-reference-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8014208" cy="4507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74980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641848"/>
            <a:ext cx="1058235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reference is translated into a distinct implementation rather than copied literally.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4.0 · Visual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