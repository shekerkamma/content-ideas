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849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CLIENT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949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FFFFFF"/>
                </a:solidFill>
                <a:latin typeface="Calibri"/>
              </a:rPr>
              <a:t>Title Escrow
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FFFFFF"/>
                </a:solidFill>
                <a:latin typeface="Calibri"/>
              </a:rPr>
              <a:t>A branded strategy and presales package built from the real-estate use-case family and validated with current Qualia, SoftPro, Docusign, and OpenHands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DETAILED USE CASE · EXECUTIVE SUMMARY · ARCHITECTURE · SCORECARD · ROADMAP · ACCOUNT 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Title Escrow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Closing-ops AI works best when it improves transaction readiness and reduces file chasing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Executive summary built from the source PDF, Qualia, SoftPro, Docusign,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Closing teams still coordinate many parties across fragmented workflows.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Incumbents already validate workflow automation in title and escrow.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Document-heavy exceptions and status chasing create visible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best wedge is file setup, checklist progression, and exception routing.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workflow strengthens when document, payment, and status state stay synchronized.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OpenHands fits as the internal orchestration layer for reusable closing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Start with one file queue or one closing team.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Measure file-opening speed, backlog, and closing readiness.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Expand into broader partner and funding coordination after trust is earned.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THE ASK: approve a pilot for one file queue to improve closing readiness and reduce missing-item friction.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Title Escrow Automation | Client Package |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05  · 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Title, Escrow &amp; Closing Workflow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Files stall across fragmented parties and workflows.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Document, payment, and status chasing stays manual.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Teams need accuracy and visibility, not AI theater.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Open files and apply workflow logic automatically.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Route missing items, reminders, and exception tasks.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Keep escrow and title teams in control of sensitive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Shared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Connected transaction infra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Automated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File and process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Savings per agreement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Ingest order data and apply workflow templates.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Surface missing items and coordinate next actions.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Track readiness, exceptions, and closing progress.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60" b="0" i="0">
                <a:solidFill>
                  <a:srgbClr val="FFFFFF"/>
                </a:solidFill>
                <a:latin typeface="Calibri"/>
              </a:rPr>
              <a:t>Closing dashboard + file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60" b="0" i="0">
                <a:solidFill>
                  <a:srgbClr val="FFFFFF"/>
                </a:solidFill>
                <a:latin typeface="Calibri"/>
              </a:rPr>
              <a:t>OpenHands closing workflow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60" b="0" i="0">
                <a:solidFill>
                  <a:srgbClr val="FFFFFF"/>
                </a:solidFill>
                <a:latin typeface="Calibri"/>
              </a:rPr>
              <a:t>Parties, docs, fees, funding milestones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60" b="0" i="0">
                <a:solidFill>
                  <a:srgbClr val="FFFFFF"/>
                </a:solidFill>
                <a:latin typeface="Calibri"/>
              </a:rPr>
              <a:t>Packets, reminders, updates, routing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90" b="1" i="0">
                <a:solidFill>
                  <a:srgbClr val="FFFFFF"/>
                </a:solidFill>
                <a:latin typeface="Calibri"/>
              </a:rPr>
              <a:t>SYSTEMS: Title/Escrow · DocuSign · Payments · Portal · Workflow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90" b="1" i="0">
                <a:solidFill>
                  <a:srgbClr val="FFFFFF"/>
                </a:solidFill>
                <a:latin typeface="Calibri"/>
              </a:rPr>
              <a:t>USERS: closing coord · escrow · title ops · lender liaison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Qualia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Proof point for connected title and escrow workflows.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848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SoftPro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225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Proof point for closing process automation.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992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Title &amp; escrow operator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369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Buyer needing cleaner coordination.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9136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Mid-market closing team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1513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Buyer needing faster progression without rebuilds.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Title Escrow Automation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category is real because connected closing workflows are already productized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proof slide with incumbent evidence, workflow value, and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Incumbent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Qualia combines production, vendor management, and stakeholder connectivity.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Qualia markets automated order open and file setup.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SoftPro explicitly markets title and closing process automation.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The core value is cleaner coordination, fewer missing items, and faster readiness.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This is a workflow and throughput story, not a generic AI story.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Document and payment state become stronger when synchronized in one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The market already buys closing software but still tolerates manual chasing.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That leaves room for orchestration and exception automation across parties.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The buyer is operationally mature and measurable.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Title Escrow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reference architecture is closing-native and OpenHands-orchestrated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stack slide grounded in Qualia, SoftPro, Docusign,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ORCHESTRATION AND INTEGRATION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901184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OpenHands SDK agents orchestrate file setup, checklist progression, and exception routing.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OpenHands skills hold closing rules, partner-routing logic, and escalation policies.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CLI and headless execution support repeatable queue processing and status-follow-up runs.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Title, escrow, document, and payment systems feed the workflow layer.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The closing stack remains the system of action for title and escrow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4650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Systems of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Title/escrow software, document systems, payment workflows, and partner portals.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38728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68503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Deployment 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99592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OpenHands is the internal execution layer; title and escrow teams remain in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Title Escrow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lane is attractive, but closing-control discipline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score-and-risk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749039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VERTICAL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9184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Intelligence Ratio: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Outsourcing Readiness: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TAM Accessibility: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Data Moat Potential: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Regulatory Friction: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Incumbent Vulnerability: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Mirage PMF Risk: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Composite: 26/35 — 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704088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084831"/>
            <a:ext cx="6492240" cy="2606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E0F7F1"/>
                </a:solidFill>
                <a:latin typeface="Calibri"/>
              </a:rPr>
              <a:t>•  Bad routing can slow closings — keep sensitive approvals human-controlled.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E0F7F1"/>
                </a:solidFill>
                <a:latin typeface="Calibri"/>
              </a:rPr>
              <a:t>•  Security and privacy expectations are high — keep explicit audit trails and access control.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E0F7F1"/>
                </a:solidFill>
                <a:latin typeface="Calibri"/>
              </a:rPr>
              <a:t>•  Partner responsiveness can still bottleneck files — surface exception queues clearly.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E0F7F1"/>
                </a:solidFill>
                <a:latin typeface="Calibri"/>
              </a:rPr>
              <a:t>•  Teams may distrust opaque automation — keep the workflow visible at each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Title Escrow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A focused file-queue pilot makes the offer commercially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execution and account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77840" cy="41605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90-DAY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512064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Days 1-15: map file inputs, checklist logic, exception paths, and approval controls.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Days 16-35: configure OpenHands workflow logic, integrations, and queue views.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Days 36-60: launch file-setup and coordination automation for one team or queue.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Days 61-90: measure readiness speed, refine rules, and scope broader closing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TITLE OPS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84831"/>
            <a:ext cx="480060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File queues are coordination-heavy enough to justify a narrow pilot quickly.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The next value is workflow execution across parties, not another portal skin.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Pitch OpenHands as the internal layer for reusable closing and exception skills.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Recommended next step: choose one queue and one measurable readiness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Title Escrow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Title and escrow workflow automation is a client-ready AI engineering offer when it improves closing readiness inside the current transaction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108813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Use title, escrow, and document systems as the systems of action.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Use OpenHands internally for orchestration, skills, and repeatable closing workflows.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Start with one queue, one team, and one measurable readiness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49240"/>
            <a:ext cx="5623560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1383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Suggested next step: approve a pilot for one file queue and exception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Title Escrow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