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briefing answers one question: what should our AI-native engineering strategy be? The recommendation is not a tool purchase. It is a two-part investment: owned engineering context that any agent platform can run, and an operating model where agent autonomy is earned per use case. We will show where the organization sits on a five-rung adoption ladder, the reference architecture grounded in the open-source OpenHands platform, a 90-day gated pilot, and the governance package that makes the CISO comfortable. The decision requested today is approval of the pilot and the context-infrastructure workstream.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columns: the shift, the strategy, the ask. The shift: autocomplete tools improve individual typing; agentic delivery changes team output — that is where competitors will compound. The strategy: four pillars detailed in this deck — owned context, specification discipline, earned autonomy, and an open platform layer we control. The ask: approve a 90-day gated pilot on two to three scoped workstreams, fund the engineering context infrastructure that every agent host can run, and defer the cloud-versus-self-hosted platform decision until the pilot produces data-residency and cost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act now rather than wait another model cycle. First, frontier models are commoditizing — capability gaps close within weeks, so model choice is not a strategy. Second, the scarce asset is context: your specifications, skills, and institutional memory, which compound and are fully owned. Third, the platform layer matured — open, MIT-licensed agent stacks like OpenHands now deploy from a developer laptop to self-hosted Kubernetes. Fourth, the constraint at peer organizations is the operating model: most are stalled at the copilot stage because governance, not technology, is missing. That is the gap this strategy closes.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adoption ladder stages the whole strategy. Rung one is copilot autocomplete. Rung two — where a 400-developer organization with copilot seats and some agent experimentation sits today — is interactive agent assistance. Rung three is where business value inflects: agents execute scoped work headlessly behind review gates and budgets. Rung four is agent-native delivery: engineers write specifications and review output. Rung five is the end state — context, skills, and specs versioned as compounding engineering IP. The 90-day pilot targets rung three; the twelve-month roadmap targets rung four. Each rung is earned with evidence, never granted platform-wide.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Pillar one: the durable asset is owned context — routing files, skills, specs, memory — portable across Claude Code, Codex, and OpenHands, which defines sub-agents as plain Markdown files. Pillar two: specification discipline is the new senior-engineer skill; agents scale past toy tasks when an execution-grade spec removes ambiguity. Pillar three: autonomy is earned — write actions sit behind action-confirmation policies, sandbox isolation, and budget caps; a prompt is never a permission layer. Pillar four: own the platform the way you own CI — the MIT-licensed OpenHands core is multi-LLM and deploys anywhere, which changes the buy-versus-build calculus permanently.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architecture separates three layers that swap independently. The context layer is the repo-based brain any agent host cold-starts from. The execution layer is OpenHands: SDK for codified agents, CLI for interactive work, and the Enterprise Helm chart for self-hosted Kubernetes in our VPC when data residency demands it. The integration layer reaches live systems through MCP servers with scoped service accounts — read first, write earned. Governance wraps all three: organization roles and permissions, Docker or Apptainer sandbox isolation, action-confirmation policies, and budget caps on every unattended run. Every primitive named here is documented in the OpenHands docs as of June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not a binary buy-versus-build decision. Buy the interactive harness: commercial agent tools have the best developer experience and subscription economics for hands-on work, and they stay swappable. Own two things: first, the unattended execution layer — scheduled and event-driven agent work runs on owned OpenHands infrastructure where audit logging and budget enforcement are under our control; second, the context layer — specifications, skills, and memory are never rented, because they are the compounding asset. This hybrid keeps leverage with vendors while the moat stays in-house.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pilot proves rung three safely. Selection uses a scoring rubric: scoped repository surface, objective definitions of done, read-mostly risk profiles, measurable cycle time, and existing test coverage. Pull-request review and TODO implementation are documented OpenHands GitHub-workflow patterns, making them natural first candidates. Gating is non-negotiable: agents propose, tests and humans dispose; least-privilege credentials; sandboxed execution; a budget cap on every unattended run. Measurement is against a pre-pilot baseline we capture in the first two weeks: cycle time, review throughput, defect escape rate, and cost per merged pull request. Pilot data drives the platform deployment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phases over twelve months, each ending in a decision gate. Assess: two weeks to baseline current metrics and select pilot workstreams. Pilot: the twelve-week gated program just described. Platform: choose cloud versus self-hosted Enterprise deployment using the pilot's data-residency and cost evidence. Scale: roll the context infrastructure across teams and train engineers in specification discipline — this is where the operating-model change lands. Compound: by month twelve, specifications, skills, and context are versioned assets reused across teams — rung five behavior. Autonomy expands at each gate only on evidence, which keeps risk owned and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risks, each with a structural mitigation rather than a policy memo. Ungoverned writes: agents physically cannot act beyond least-privilege keys, action-confirmation policies, and sandbox isolation — a prompt is never a permission layer. Cost runaway: every unattended run carries a budget cap and spend is alerted weekly. Context rot: curated knowledge carries freshness service levels and stale facts are pruned on sight, because agents trust stale context more than missing context. Vendor lock-in: the MIT-licensed core and plain-file context keep every layer swappable. Model regressions: unattended jobs pin model versions and pass evaluation gates before upgrades.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approvals requested today. First, the 90-day gated pilot on two to three scoped workstreams with the gating and measurement just described. Second, funding for the context-infrastructure workstream — the repository-based brain of specifications, skills, and memory that both agents and engineers will run on; this is the asset that compounds regardless of which models win. Third, explicit deferral of the platform deployment decision — cloud versus self-hosted Kubernetes — until the pilot produces data-residency and cost evidence, so that choice is made on facts. On approval, pilot kickoff is within two weeks: baseline first, agents second.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400" b="1" i="0">
                <a:solidFill>
                  <a:srgbClr val="FFFFFF"/>
                </a:solidFill>
                <a:latin typeface="Calibri"/>
              </a:rPr>
              <a:t>AI-Native Engineering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0" i="0">
                <a:solidFill>
                  <a:srgbClr val="00C9A7"/>
                </a:solidFill>
                <a:latin typeface="Calibri"/>
              </a:rPr>
              <a:t>From copilot seats to a compounding engineering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8620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Board briefing · 400-developer enterprise software organization ·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2A83B"/>
                </a:solidFill>
                <a:latin typeface="Calibri"/>
              </a:rPr>
              <a:t>DRAFT — CIOS acceptance 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AI-Native Engineering Strategy · CIOS acceptance run · 2026-06-10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Build the system, not the seat count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Executive summary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566160" cy="42062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64008" cy="42062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773936"/>
            <a:ext cx="32004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The shift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121408"/>
            <a:ext cx="3200400" cy="3584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Copilots raise typing speed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Agents change what teams ship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Context and specs are the moat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Models are swappable engines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45920"/>
            <a:ext cx="3566160" cy="42062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45920"/>
            <a:ext cx="64008" cy="42062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773936"/>
            <a:ext cx="32004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The 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121408"/>
            <a:ext cx="3200400" cy="3584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Own the context layer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Adopt spec-driven delivery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Earn autonomy per use case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Own an open agent platform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45920"/>
            <a:ext cx="3566160" cy="42062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645920"/>
            <a:ext cx="64008" cy="42062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1773936"/>
            <a:ext cx="32004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The 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121408"/>
            <a:ext cx="3200400" cy="3584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Approve 90-day gated pilot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Fund context infrastructure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Platform choice after pilot data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Rung 4 within 12 months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AI-Native Engineering Strategy · CIOS acceptance run · 2026-06-10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bottleneck moved from models to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Why now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017520" cy="841248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01952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Models commoditizing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901952"/>
            <a:ext cx="77724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Frontier capability ships quarterly; advantage decays in weeks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61488"/>
            <a:ext cx="3017520" cy="841248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Context is scarce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926080"/>
            <a:ext cx="77724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Specs, skills and memory are owned assets that compound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85616"/>
            <a:ext cx="3017520" cy="841248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950208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Platforms matured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950208"/>
            <a:ext cx="77724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Open, MIT-licensed agent stacks now run laptop to Kubernetes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09744"/>
            <a:ext cx="3017520" cy="841248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974336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Operating model lags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974336"/>
            <a:ext cx="77724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Most enterprises stalled at copilot stage without governance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AI-Native Engineering Strategy · CIOS acceptance run · 2026-06-10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You are at rung 2 of 5 — value starts at rung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AI-native adoption ladder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937760"/>
            <a:ext cx="2084831" cy="1005840"/>
          </a:xfrm>
          <a:prstGeom prst="roundRect">
            <a:avLst>
              <a:gd name="adj" fmla="val 5000"/>
            </a:avLst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5029200"/>
            <a:ext cx="186537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1 · 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340096"/>
            <a:ext cx="1865375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Autocomplete; individual productivity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98063" y="4251960"/>
            <a:ext cx="2084831" cy="169164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7791" y="4343400"/>
            <a:ext cx="186537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Calibri"/>
              </a:rPr>
              <a:t>2 · Agent-assisted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7791" y="4654296"/>
            <a:ext cx="1865375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Interactive agents, scoped tasks, engineer reviews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98063" y="3941064"/>
            <a:ext cx="2084831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8F75"/>
                </a:solidFill>
                <a:latin typeface="Calibri"/>
              </a:rPr>
              <a:t>YOU ARE HERE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7486" y="3566160"/>
            <a:ext cx="2084831" cy="237744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57214" y="3657600"/>
            <a:ext cx="186537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Calibri"/>
              </a:rPr>
              <a:t>3 · Agent-executed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4" y="3968496"/>
            <a:ext cx="1865375" cy="1874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Headless agents on issues and PRs, behind gates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6909" y="2880360"/>
            <a:ext cx="2084831" cy="306324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37" y="2971800"/>
            <a:ext cx="186537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Calibri"/>
              </a:rPr>
              <a:t>4 · Agent-native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37" y="3282696"/>
            <a:ext cx="1865375" cy="2560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Specs in, reviewed PRs out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46332" y="2194561"/>
            <a:ext cx="2084831" cy="3749039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56060" y="2286001"/>
            <a:ext cx="186537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Calibri"/>
              </a:rPr>
              <a:t>5 · Compounding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56060" y="2596897"/>
            <a:ext cx="1865375" cy="3246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Context and skills versioned as engineering 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AI-Native Engineering Strategy · CIOS acceptance run · 2026-06-10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Four pillars, one operating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Strategy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394960" cy="2057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" cy="20574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19656"/>
            <a:ext cx="5029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Context over model choice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167128"/>
            <a:ext cx="5029200" cy="1435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Folders-and-files brain portable across agent hosts; sub-agents are plain Markdown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91640"/>
            <a:ext cx="5394960" cy="2057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691640"/>
            <a:ext cx="64008" cy="20574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819656"/>
            <a:ext cx="5029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Spec-driven 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167128"/>
            <a:ext cx="5029200" cy="1435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Execution-grade specs let agents build without ambiguity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77639"/>
            <a:ext cx="5394960" cy="2057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977639"/>
            <a:ext cx="64008" cy="20574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105655"/>
            <a:ext cx="5029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Earned autonomy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453127"/>
            <a:ext cx="5029200" cy="1435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Keys not prompts: sandboxes, confirmation policies, caps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3977639"/>
            <a:ext cx="5394960" cy="2057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3977639"/>
            <a:ext cx="64008" cy="20574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4105655"/>
            <a:ext cx="5029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Owned platform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453127"/>
            <a:ext cx="5029200" cy="1435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MIT-licensed core, multi-LLM, laptop CLI to private-VPC Kubernetes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AI-Native Engineering Strategy · CIOS acceptance run · 2026-06-10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Three swappable layers, one governance wrap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Reference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1783080"/>
            <a:ext cx="8961120" cy="960120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20" y="1892808"/>
            <a:ext cx="201168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40" y="1892808"/>
            <a:ext cx="64008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0A1628"/>
                </a:solidFill>
                <a:latin typeface="Calibri"/>
              </a:rPr>
              <a:t>Repo brain: routing files · skills · specs · memory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5920" y="2971800"/>
            <a:ext cx="8961120" cy="9601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20" y="3081528"/>
            <a:ext cx="201168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40" y="3081528"/>
            <a:ext cx="64008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OpenHands: SDK · CLI · Cloud · Enterprise (Helm/K8s, private VPC)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45920" y="4160520"/>
            <a:ext cx="8961120" cy="960120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74520" y="4270248"/>
            <a:ext cx="201168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40" y="4270248"/>
            <a:ext cx="64008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MCP servers · scoped service accounts · GitHub workflows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45920" y="5349240"/>
            <a:ext cx="8961120" cy="777240"/>
          </a:xfrm>
          <a:prstGeom prst="roundRect">
            <a:avLst>
              <a:gd name="adj" fmla="val 6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74520" y="5458968"/>
            <a:ext cx="8503920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8F75"/>
                </a:solidFill>
                <a:latin typeface="Calibri"/>
              </a:rPr>
              <a:t>GOVERNANCE — roles/permissions · sandboxes · confirmation policies · budget caps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1">
                <a:solidFill>
                  <a:srgbClr val="5B6B7C"/>
                </a:solidFill>
                <a:latin typeface="Calibri"/>
              </a:rPr>
              <a:t>All execution-layer primitives verified against OpenHands docs, June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AI-Native Engineering Strategy · CIOS acceptance run · 2026-06-10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Hybrid: buy the harness, own the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Buy vs build — and the context layer is never rented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394960" cy="40233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" cy="40233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19656"/>
            <a:ext cx="5029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BUY — interactive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167128"/>
            <a:ext cx="5029200" cy="34015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Commercial harnesses for developers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Subscription economics fit interactive use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Zero platform maintenance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Swappable as models leapfrog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91640"/>
            <a:ext cx="5394960" cy="40233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691640"/>
            <a:ext cx="64008" cy="40233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819656"/>
            <a:ext cx="5029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OWN — unattended work +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167128"/>
            <a:ext cx="5029200" cy="34015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MIT-licensed OpenHands core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Self-hosted where audit and budget live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Context layer is never rented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Avoids per-seat platform lock-in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AI-Native Engineering Strategy · CIOS acceptance run · 2026-06-10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90-day gated pilot: prove rung 3 on scoped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Pilot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3566160" cy="40233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" cy="40233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19656"/>
            <a:ext cx="32004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Select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167128"/>
            <a:ext cx="3200400" cy="34015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2–3 scoped workstreams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Objective done-definitions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Existing test coverage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PR review + TODO automation first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91640"/>
            <a:ext cx="3566160" cy="40233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91640"/>
            <a:ext cx="64008" cy="40233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819656"/>
            <a:ext cx="32004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167128"/>
            <a:ext cx="3200400" cy="34015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Agents propose, humans dispose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Least-privilege keys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Sandboxed execution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Caps on every unattended run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91640"/>
            <a:ext cx="3566160" cy="40233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691640"/>
            <a:ext cx="64008" cy="40233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1819656"/>
            <a:ext cx="32004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Measure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167128"/>
            <a:ext cx="3200400" cy="34015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Cycle time vs baseline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Review throughput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Defect escape rate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Cost per merged PR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AI-Native Engineering Strategy · CIOS acceptance run · 2026-06-10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Assess → Pilot → Platform → Scale → Compound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12-month 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2103120" cy="50292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Assess · Wks 1–2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97480"/>
            <a:ext cx="2103120" cy="23774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880360"/>
            <a:ext cx="1828800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Maturity baseline; pilot selection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98064" y="2011680"/>
            <a:ext cx="2103120" cy="502920"/>
          </a:xfrm>
          <a:prstGeom prst="roundRect">
            <a:avLst>
              <a:gd name="adj" fmla="val 1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98064" y="210312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Pilot · Wks 3–14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8064" y="2697480"/>
            <a:ext cx="2103120" cy="23774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35224" y="2880360"/>
            <a:ext cx="1828800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Gated autonomy; metrics vs baseline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7488" y="2011680"/>
            <a:ext cx="2103120" cy="50292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47488" y="210312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Platform · Wks 15–20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7488" y="2697480"/>
            <a:ext cx="2103120" cy="23774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4648" y="2880360"/>
            <a:ext cx="1828800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Cloud vs self-hosted from pilot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6912" y="2011680"/>
            <a:ext cx="2103120" cy="50292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96912" y="210312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Scale · Mo 6–9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6912" y="2697480"/>
            <a:ext cx="2103120" cy="23774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34072" y="2880360"/>
            <a:ext cx="1828800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Context infra; team upskilling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46336" y="2011680"/>
            <a:ext cx="2103120" cy="50292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46336" y="210312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Compound · Mo 9–12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46336" y="2697480"/>
            <a:ext cx="2103120" cy="23774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83496" y="2880360"/>
            <a:ext cx="1828800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Specs and skills as versioned 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44068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8F75"/>
                </a:solidFill>
                <a:latin typeface="Calibri"/>
              </a:rPr>
              <a:t>Decision gates at each phase boundary — autonomy expands only on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AI-Native Engineering Strategy · CIOS acceptance run · 2026-06-10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Governance the CISO can sign: keys, not prompts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Risk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3108960" cy="713232"/>
          </a:xfrm>
          <a:prstGeom prst="roundRect">
            <a:avLst>
              <a:gd name="adj" fmla="val 8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01368"/>
            <a:ext cx="27432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Ungoverned writes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691640"/>
            <a:ext cx="7772400" cy="713232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0" y="1801368"/>
            <a:ext cx="7406640" cy="49377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Least-privilege keys; confirmation policies; sandbox isolation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60320"/>
            <a:ext cx="3108960" cy="713232"/>
          </a:xfrm>
          <a:prstGeom prst="roundRect">
            <a:avLst>
              <a:gd name="adj" fmla="val 8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70048"/>
            <a:ext cx="27432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Cost runaway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0" y="2560320"/>
            <a:ext cx="7772400" cy="713232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0" y="2670048"/>
            <a:ext cx="7406640" cy="49377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Budget caps per unattended run; weekly spend alerting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29000"/>
            <a:ext cx="3108960" cy="713232"/>
          </a:xfrm>
          <a:prstGeom prst="roundRect">
            <a:avLst>
              <a:gd name="adj" fmla="val 8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538728"/>
            <a:ext cx="27432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Context rot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0" y="3429000"/>
            <a:ext cx="7772400" cy="713232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0" y="3538728"/>
            <a:ext cx="7406640" cy="49377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Curation SLAs; stale facts pruned on sight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97680"/>
            <a:ext cx="3108960" cy="713232"/>
          </a:xfrm>
          <a:prstGeom prst="roundRect">
            <a:avLst>
              <a:gd name="adj" fmla="val 8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407408"/>
            <a:ext cx="27432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Vendor lock-in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4297680"/>
            <a:ext cx="7772400" cy="713232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0" y="4407408"/>
            <a:ext cx="7406640" cy="49377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MIT core; folders-and-files context portable by design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166360"/>
            <a:ext cx="3108960" cy="713232"/>
          </a:xfrm>
          <a:prstGeom prst="roundRect">
            <a:avLst>
              <a:gd name="adj" fmla="val 8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276088"/>
            <a:ext cx="27432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Model regressions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0" y="5166360"/>
            <a:ext cx="7772400" cy="713232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23360" y="5276088"/>
            <a:ext cx="7406640" cy="49377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Pinned versions for unattended jobs; eval gates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AI-Native Engineering Strategy · CIOS acceptance run · 2026-06-10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FFFFF"/>
                </a:solidFill>
                <a:latin typeface="Calibri"/>
              </a:rPr>
              <a:t>Decision requested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688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532888"/>
            <a:ext cx="4572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514600"/>
            <a:ext cx="960120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0" i="0">
                <a:solidFill>
                  <a:srgbClr val="FFFFFF"/>
                </a:solidFill>
                <a:latin typeface="Calibri"/>
              </a:rPr>
              <a:t>Approve the 90-day gated pilot (2–3 scoped workstreams)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461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310128"/>
            <a:ext cx="4572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291840"/>
            <a:ext cx="960120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0" i="0">
                <a:solidFill>
                  <a:srgbClr val="FFFFFF"/>
                </a:solidFill>
                <a:latin typeface="Calibri"/>
              </a:rPr>
              <a:t>Fund the context-infrastructure workstream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0233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087368"/>
            <a:ext cx="4572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069080"/>
            <a:ext cx="960120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0" i="0">
                <a:solidFill>
                  <a:srgbClr val="FFFFFF"/>
                </a:solidFill>
                <a:latin typeface="Calibri"/>
              </a:rPr>
              <a:t>Defer platform deployment choice to pilot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2064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Next step: pilot kickoff within two weeks of approval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AI-Native Engineering Strategy · CIOS acceptance run · 2026-06-10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