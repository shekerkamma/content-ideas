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local Hermes config/SOUL/USER/MEMORY/cron/skills, Hermes Agent Setup PDF, YouTube video Xv36Z65VPv0, You.com searches.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Answer: Hermes is not another chat surface; it is a harness that lets a model operate your computer and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Deck Includes: The deck expands the earlier version into an implementation playbook.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Pack: The deck is grounded in concrete artifacts, not generic agent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Skill Chaining QA Result: The workflow compounded because every stage handed a concrete artifact to the next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operating model: model + harness + tools + memory + skills + schedules + profiles + governed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Layer: Harness: Treat Hermes as the runtime, not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Layer: Model Provider: Route by task cost and reasoning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Layer: Terminal Backend: Pick by isolation, persistence, and deployment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Layer: Web/Search: Preferred source layer before generic web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Layer: Browser: Use APIs first; browser for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Layer: Computer Use: Never click sensitive prompts without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Layer: Memory: Stable identity plus evolving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Layer: Skills: Capture repeated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Layer: Cron: Makes Hermes proactive.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Layer: MCP: Health monitor dependencies.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Layer: Messaging: Interface lives where the user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Layer: Profiles: Role isolation and packageability.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Layer: Dashboard/Kanban: Turns agent work into visible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Layer: Governance: Prevents autonomous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SOUL.md, USER.md, MEMORY.md, project context, profiles, and role design are the behavior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Matrix: Memory And Role File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SOUL.md Guidance: Use SOUL for stable agent identity, not task-specific operating procedures.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USER.md Guidance: Use USER for the durable user model and delivery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MEMORY.md Guidance: Use MEMORY for durable operational facts, not long transcripts.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Context Guidance: AGENTS.md and project files should carry repo-specific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 Design Without ROLE.md: No local standard ROLE.md was found; role should be expressed through profiles and SOUL variants.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Profile Packaging: Profiles are the deployable unit for role-specific assistants.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GBrain As Durable Knowledge Layer: Use GBrain before repeated strategy, account, entity, or pipeline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Obsidian As Human Inspection Layer: Obsidian makes the agent's memory visible and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Skills As Procedures, Not Facts: A skill captures how to do repeatable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Cron As Proactive Work: Cron turns Hermes from reactive chat into scheduled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 Context Budget: Every always-loaded file is a recurring token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Autonomy Ladder: Every role and use case needs an explicit autonomy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reusable building blocks for implementing Hermes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Integration Component: You.com Search: Reusable architecture block for Hermes use-case realization.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Integration Component: You.com Livecrawl / Contents: Reusable architecture block for Hermes use-case realization.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Integration Component: You.com Research: Reusable architecture block for Hermes use-case realization.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Integration Component: You.com Finance Research: Reusable architecture block for Hermes use-case realization.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Integration Component: GBrain: Reusable architecture block for Hermes use-case realization.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Integration Component: Obsidian: Reusable architecture block for Hermes use-case realization.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Integration Component: Email/Calendar/Slack/Zoom: Reusable architecture block for Hermes use-case realization.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Integration Component: Browser + CDP: Reusable architecture block for Hermes use-case realization.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Integration Component: Computer Use: Reusable architecture block for Hermes use-case realization.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Integration Component: Messaging Gateways: Reusable architecture block for Hermes use-case realization.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Integration Component: MCP Servers: Reusable architecture block for Hermes use-case realization.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Integration Component: Cron Scheduler: Reusable architecture block for Hermes use-case realization.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Integration Component: Profiles: Reusable architecture block for Hermes use-case realization.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Integration Component: Model Routing: Reusable architecture block for Hermes use-case realization.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Integration Component: Skill Curator: Reusable architecture block for Hermes use-case realization.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official Hermes user-stories page widens the use-case map beyond a single demo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Official User Stories: What They Add: The user-provided official page is a community catalog, not only a product docs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Matrix: Official Story Catalog Coverage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Community Pattern: Self-Hosted Local Agent: Several stories point to Hermes running beyond a laptop: mini PCs, Raspberry Pi, VPS, and local-first stacks.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Community Pattern: Developer Workflow Agent: The official examples reinforce Hermes as a repo-aware coding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Community Pattern: Messaging-First Agent: Many real deployments use chat channels as the front door.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Community Pattern: Market And Finance Monitoring: Trading and market stories should be implemented as research/alerting, not automatic financial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Community Pattern: Content And Media Factory: The user-stories page supports content workflows similar to Dmitry's demo blog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Community Pattern: Enterprise Integration Agent: Enterprise stories need stricter architecture than personal productivity stories.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Community Pattern: Multi-Agent Operations: Stories about parallel Hermes instances and runtime monitoring require explicit orchestration.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Official Stories To Realization Rule: Every community story must be converted into a build spec before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Spec-driven delivery pattern for every Hermes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Use-Case Spec Template: Use this gate before shipping any Hermes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Template: Use this gate before shipping any Hermes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Search Policy: Use this gate before shipping any Hermes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Memory Policy: Use this gate before shipping any Hermes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Action Gates: Use this gate before shipping any Hermes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 Controls: Use this gate before shipping any Hermes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Skill Chaining QA: Use this gate before shipping any Hermes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Verification: Use this gate before shipping any Hermes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Rollout: Use this gate before shipping any Hermes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use case has a spec slide, architecture slide, and SOP/control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Daily Executive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Daily Executive Brief. Components: Cron scheduler, You.com Search/Research, GBrain recall, Calendar/email connectors, Messaging gateway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Daily Executive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Smart Contacts And Entities.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Smart Contacts And Entities. Components: GBrain graph, Obsidian, You.com Research, Entity extraction skill, Dedup/fuzzy matching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Smart Contacts And Entities.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Pre-Call Account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Pre-Call Account Brief. Components: Calendar connector, You.com Search, GBrain recall, Zoom transcript store, Brief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Pre-Call Account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Investor Intelligence And Outreach Tracker.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Investor Intelligence And Outreach Tracker. Components: You.com Research, Finance Research, Spreadsheet writer, Email drafting, Inbox monitor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Investor Intelligence And Outreach Tracker.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Relationship Manager And Coach.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Relationship Manager And Coach. Components: GBrain graph, You.com Search, Signal monitor cron, Drafting skill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Relationship Manager And Coach.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Social And News Signal Monitor.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Social And News Signal Monitor. Components: You.com Search, Reddit skills, YouTube watch/video skill, Cron, Topic taxonomy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Social And News Signal Monitor.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Twitter/X Engagement Radar.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Twitter/X Engagement Radar. Components: Browser/computer-use for logged-in access, You.com Search, Social skill, Approval queue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Twitter/X Engagement Radar.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LinkedIn Relationship And Posting Assistant.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LinkedIn Relationship And Posting Assistant. Components: Computer-use/browser, You.com Search, GBrain, Content drafting skill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LinkedIn Relationship And Posting Assistant.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Content Intelligence Blog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Content Intelligence Blog Pipeline. Components: YouTube transcript skill, You.com Search/Research, Content writer, Ad generator, CMS connector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Content Intelligence Blog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YouTube Video Research Weekly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YouTube Video Research Weekly Job. Components: Watch-video skill, Cron, You.com Search, Frame archive, Research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YouTube Video Research Weekly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SEO And AEO Content Variant Factory.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SEO And AEO Content Variant Factory. Components: You.com Search, Firecrawl/Contents, Content skill, AEO evidence skills, CMS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SEO And AEO Content Variant Factory.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Cost And Model Spend 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Cost And Model Spend Scan. Components: Cron, Cost parser, Activity-dependent model policy, Config editor, Alert delivery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Cost And Model Spend 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Activity-Dependent Model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Activity-Dependent Model Routing. Components: Model selector skill, Fallback provider chain, Config.yaml, Cost monitor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Activity-Dependent Model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Security And Permissions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Security And Permissions Audit. Components: Security audit skill, Config parser, Secret redaction, Cron scanner, MCP inventory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Security And Permissions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MCP And Plugin Health Monitor.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MCP And Plugin Health Monitor. Components: MCP health skill, Plugin inventory, Tool-search policy, Alert channel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MCP And Plugin Health Monitor.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Cross-Channel Data Ingestion.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Cross-Channel Data Ingestion. Components: Connectors, Transcript processor, Entity extractor, GBrain write-back, Dedup logic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Cross-Channel Data Ingestion.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GBrain Dreaming And Knowledge Compaction.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GBrain Dreaming And Knowledge Compaction. Components: GBrain service, Git-backed Markdown, Dream cron, Conflict detector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GBrain Dreaming And Knowledge Compaction.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Obsidian Graph Visualization.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Obsidian Graph Visualization. Components: Obsidian, GBrain vault, Markdown schemas, Graph filters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Obsidian Graph Visualization.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Phone-To-App Builder.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Phone-To-App Builder. Components: Messaging gateway, Coding agent/proxy, GitHub skills, Playwright/dogfood QA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Phone-To-App Builder.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Code And Repo Self-Improvement.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Code And Repo Self-Improvement. Components: Skill creator, Curator, Goal-loop orchestrator, Repo skill root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Code And Repo Self-Improvement.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Back-Office Browser And Desktop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Back-Office Browser And Desktop Automation. Components: Browser toolset, Computer-use, Dogfood QA, OCR/document skill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Back-Office Browser And Desktop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Spreadsheet And Document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Spreadsheet And Document Automation. Components: Spreadsheet connector, Document parser, You.com enrichment, Export skill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Spreadsheet And Document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Team Or Company GBrain.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Team Or Company GBrain. Components: GBrain server, Hermes profiles, MCP auth, Git-backed vault, Access policy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Team Or Company GBrain.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Multi-Profile Role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Multi-Profile Role Agents. Components: Hermes profiles, SOUL.md, Profile descriptions, Skill packages, Cron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Multi-Profile Role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Messaging Gateway Assistant.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Messaging Gateway Assistant. Components: Gateway config, Channel prompts, Media handling, Cron delivery, Approval policy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Messaging Gateway Assistant.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Kanban And Multi-Agent Work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Kanban And Multi-Agent Work Board. Components: Hermes dashboard/kanban, Specifier model, Profiles, Goal-loop orchestrator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Kanban And Multi-Agent Work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Finance Research And Deal Diligence.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Finance Research And Deal Diligence. Components: You.com Finance Research, Spreadsheet tracker, Citation verifier, GBrain write-back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Finance Research And Deal Diligence.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Deep Market Research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Deep Market Research Agent. Components: You.com Research, Exa/Firecrawl fallback, GBrain recall, AI analyst validation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Deep Market Research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Customer And Community Signal Triage.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Customer And Community Signal Triage. Components: Reddit skills, You.com Search, Factcheck workflow, Opportunity scorer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Customer And Community Signal Triage.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Automotive POC Factory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Automotive POC Factory Agent. Components: USER.md policy, GBrain recall, Architecture-presentation, Draw.io, Branded 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Automotive POC Factory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Skill Dependency Hardening.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Skill Dependency Hardening. Components: Goal-loop orchestrator, You.com skill, Exa/Firecrawl skills, Reddit skills, Skill auditor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Skill Dependency Hardening.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 spec for Open Source Agent Evaluation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Open Source Agent Evaluation Lab. Components: You.com Search, GitHub skill, Dogfood tests, Cost monitor, Benchmark rubric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and controls for Open Source Agent Evaluation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practical path from installed Hermes to a governed personal-agent operating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 0-7: Foundation: Rollout plan with acceptance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 8-14: Safety And Cost: Rollout plan with acceptance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 15-30: Core Productivity: Rollout plan with acceptance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 31-45: Research And Content: Rollout plan with acceptance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 46-60: Outreach And Growth: Rollout plan with acceptance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 61-75: Team/Profiles: Rollout plan with acceptance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 76-90: Enterprise POC Factory: Rollout plan with acceptance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Operating Cadence: Rollout plan with acceptance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3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5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55480" y="0"/>
            <a:ext cx="265176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5548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6309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CLIENT-READY SOP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8183879" cy="15727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Hermes Agent: Use Cases, Architecture, Integration Realization SOP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70048"/>
            <a:ext cx="192024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44368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A spec-driven implementation guide for building a professional personal-agent operating system from Hermes, GBrain, You.com, skills, cron, profiles, and governed integrations.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41648"/>
            <a:ext cx="2057400" cy="347472"/>
          </a:xfrm>
          <a:prstGeom prst="roundRect">
            <a:avLst>
              <a:gd name="adj" fmla="val 12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123944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100+ slides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4041648"/>
            <a:ext cx="2057400" cy="347472"/>
          </a:xfrm>
          <a:prstGeom prst="roundRect">
            <a:avLst>
              <a:gd name="adj" fmla="val 12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8648" y="4123944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Source-backed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041648"/>
            <a:ext cx="2057400" cy="347472"/>
          </a:xfrm>
          <a:prstGeom prst="roundRect">
            <a:avLst>
              <a:gd name="adj" fmla="val 12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8928" y="4123944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SOP format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4041648"/>
            <a:ext cx="2057400" cy="347472"/>
          </a:xfrm>
          <a:prstGeom prst="roundRect">
            <a:avLst>
              <a:gd name="adj" fmla="val 12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9208" y="4123944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Client-ready PPTX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42432"/>
            <a:ext cx="859536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E0F7F1"/>
                </a:solidFill>
                <a:latin typeface="Calibri"/>
              </a:rPr>
              <a:t>Prepared from local Hermes files, setup PDF, YouTube /watch transcript and frames, and You.com source discovery.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 / 177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Executive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Hermes is not another chat surface; it is a harness that lets a model operate your computer and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11094415" cy="47548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20095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BLUF: Build Hermes as an operating system for recurring professional workflows.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04288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505456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What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962656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The value comes from a model wrapped in tools, memory, scheduled jobs, skills, and integrations.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The practical unit is a repeatable workflow, not an impressive one-off prompt.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Search, memory, cron, and safe action gates decide whether the agent is useful in real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2304288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505456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Implementation 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962656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Start with search, memory, cost controls, and security before adding high-autonomy use cases.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Treat every use case as a mini-product with inputs, outputs, controls, and acceptance criteria.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Harden skills so they consume and produce artifacts for the next skill in the chain.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177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What This Deck Includes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The deck expands the earlier version into an implementation playbook.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Included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Architecture layers and component model.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Local file guidance for SOUL.md, USER.md, MEMORY.md, project context, profiles, and role patterns.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Integration components: You.com, GBrain, Obsidian, browser/computer-use, messaging, MCP, cron, model routing.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32 use cases with spec, architecture, SOP, controls, and acceptance criteria.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Explicitly Handled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The current You.com livecrawl pricing correction.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The difference between Dmitry's demo setup and this local Hermes instance.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Why ROLE.md is not a required Hermes standard file here.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How goal-loop QA prevents isolated skills from doing nothing useful.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Source Pack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The deck is grounded in concrete artifacts, not generic agent theory.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Local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Hermes setup PDF from Windows Desktop.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Workshop transcript and YouTube /watch output.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Local ~/.hermes config, SOUL, USER, MEMORY, cron, and skills.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Existing You.com plugin and config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Current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You.com search outputs saved as JSON artifacts.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Official Hermes docs for config, profiles, skills, MCP, cron, and dashboard.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Official You.com docs for Search, Contents, Research, livecrawl, pricing, and MCP.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Video frames confirming visible setup and workflow screens.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177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Skill Chaining QA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The workflow compounded because every stage handed a concrete artifact to the next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Chain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watch produced transcript, frame evidence, and video-derived workflow details.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you-com-search produced current source JSON and corrected stale pricing assumptions.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ai-analyst synthesis converted sources into architecture and use-case specs.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branded-pptx-deck renders an editable PPTX from the synthesis, with QA artifacts.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Risk Controlled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No API keys or bearer tokens are printed.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Current-doc pricing caveats replace older unqualified claims.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Use-case slides separate draft actions from human-approved outbound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Search-tool dependency policy is included as a use case and governance layer.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905256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Hermes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15184"/>
            <a:ext cx="16459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859536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The operating model: model + harness + tools + memory + skills + schedules + profiles + governed 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177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Architecture Layer: Harness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Treat Hermes as the runtime, not the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Wraps a model with tool access, terminal, browser, files, messaging, cron, and skill execution.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Inputs, outputs, and permissions must be explicit.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The layer should leave artifacts or logs for audit.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Implementation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Realization principle: Treat Hermes as the runtime, not the model.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Bind this layer to use-case acceptance criteria.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Add health checks and fallback behavior before relying on it in production.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177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Architecture Layer: Model Provider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Route by task cost and reasoning need.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OpenRouter/local/OAuth proxy/API providers plus fallback chain and model catalog.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Inputs, outputs, and permissions must be explicit.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The layer should leave artifacts or logs for audit.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Implementation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Realization principle: Route by task cost and reasoning need.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Bind this layer to use-case acceptance criteria.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Add health checks and fallback behavior before relying on it in production.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177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Architecture Layer: Terminal Backend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Pick by isolation, persistence, and deployment need.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Local, Docker, SSH, Daytona, Singularity, Modal, or other supported environments.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Inputs, outputs, and permissions must be explicit.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The layer should leave artifacts or logs for audit.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Implementation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Realization principle: Pick by isolation, persistence, and deployment need.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Bind this layer to use-case acceptance criteria.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Add health checks and fallback behavior before relying on it in production.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177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Architecture Layer: Web/Search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Preferred source layer before generic web search.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Configured local backend: You.com for search; Exa for extraction; You.com Research/Finance for deep tasks.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Inputs, outputs, and permissions must be explicit.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The layer should leave artifacts or logs for audit.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Implementation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Realization principle: Preferred source layer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Bind this layer to use-case acceptance criteria.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Add health checks and fallback behavior before relying on it in production.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177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Architecture Layer: Browser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Use APIs first; browser for gaps.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Headless/controlled browser plus CDP URL for logged-in or private workflows when APIs fail.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Inputs, outputs, and permissions must be explicit.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The layer should leave artifacts or logs for audit.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Implementation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Realization principle: Use APIs first; browser for gaps.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Bind this layer to use-case acceptance criteria.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Add health checks and fallback behavior before relying on it in production.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177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Architecture Layer: Computer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Never click sensitive prompts without approval.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Background GUI automation for native apps and real desktop workflows.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Inputs, outputs, and permissions must be explicit.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The layer should leave artifacts or logs for audit.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Implementation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Realization principle: Never click sensitive prompts without approval.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Bind this layer to use-case acceptance criteria.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Add health checks and fallback behavior before relying on it in production.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177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Architecture Layer: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Stable identity plus evolving facts.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SOUL.md, USER.md, MEMORY.md, state/session search, plus GBrain as graph memory.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Inputs, outputs, and permissions must be explicit.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The layer should leave artifacts or logs for audit.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Implementation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Realization principle: Stable identity plus evolving facts.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Bind this layer to use-case acceptance criteria.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Add health checks and fallback behavior before relying on it in production.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177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Architecture Layer: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Capture repeated workflows.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Procedural instructions with scripts/assets/templates; agent-created and curated over time.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Inputs, outputs, and permissions must be explicit.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The layer should leave artifacts or logs for audit.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Implementation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Realization principle: Capture repeated workflows.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Bind this layer to use-case acceptance criteria.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Add health checks and fallback behavior before relying on it in production.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 / 177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Architecture Layer: Cron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Makes Hermes proactive.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Scheduled jobs with delivery, model overrides, context chaining, and retry patterns.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Inputs, outputs, and permissions must be explicit.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The layer should leave artifacts or logs for audit.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Implementation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Realization principle: Makes Hermes proactive.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Bind this layer to use-case acceptance criteria.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Add health checks and fallback behavior before relying on it in production.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177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Architecture Layer: MCP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Health monitor dependencies.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Tool servers like GBrain and ideabrowser extend action surface.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Inputs, outputs, and permissions must be explicit.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The layer should leave artifacts or logs for audit.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Implementation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Realization principle: Health monitor dependencies.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Bind this layer to use-case acceptance criteria.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Add health checks and fallback behavior before relying on it in production.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 / 177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Architecture Layer: Messaging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Interface lives where the user 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Telegram, WhatsApp, Discord, Slack, and gateway delivery.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Inputs, outputs, and permissions must be explicit.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The layer should leave artifacts or logs for audit.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Implementation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Realization principle: Interface lives where the user works.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Bind this layer to use-case acceptance criteria.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Add health checks and fallback behavior before relying on it in production.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 / 177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Architecture Layer: Profiles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Role isolation and packageability.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Separate Hermes homes with config, SOUL, memories, sessions, skills, cron, and gateway state.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Inputs, outputs, and permissions must be explicit.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The layer should leave artifacts or logs for audit.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Implementation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Realization principle: Role isolation and packageability.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Bind this layer to use-case acceptance criteria.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Add health checks and fallback behavior before relying on it in production.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18 / 177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Architecture Layer: Dashboard/Kanban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Turns agent work into visible operations.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Admin and task surfaces for settings, profile builder, automations, and task routing.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Inputs, outputs, and permissions must be explicit.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The layer should leave artifacts or logs for audit.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Implementation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Realization principle: Turns agent work into visible operations.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Bind this layer to use-case acceptance criteria.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Add health checks and fallback behavior before relying on it in production.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19 / 177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Architecture Layer: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Prevents autonomous drift.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Approval, cost, security, source, and skill-chain QA gates.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Inputs, outputs, and permissions must be explicit.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The layer should leave artifacts or logs for audit.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Implementation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Realization principle: Prevents autonomous drift.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Bind this layer to use-case acceptance criteria.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Add health checks and fallback behavior before relying on it in production.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20 / 177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905256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Identity, Memory, Roles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15184"/>
            <a:ext cx="16459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859536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SOUL.md, USER.md, MEMORY.md, project context, profiles, and role design are the behavior contract.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21 / 177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Memory And Role File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How each file or layer should be used in implementation.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91056"/>
            <a:ext cx="2057400" cy="38404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682496"/>
            <a:ext cx="191109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591056"/>
            <a:ext cx="2880360" cy="3840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9192" y="1682496"/>
            <a:ext cx="273405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591056"/>
            <a:ext cx="2880360" cy="3840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59552" y="1682496"/>
            <a:ext cx="273405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Where It Applies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1591056"/>
            <a:ext cx="2880360" cy="3840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2" y="1682496"/>
            <a:ext cx="273405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Guideline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975104"/>
            <a:ext cx="205740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048256"/>
            <a:ext cx="191109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SOUL.md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1975104"/>
            <a:ext cx="288036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79192" y="2048256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Identity, tone, values, boundaries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1975104"/>
            <a:ext cx="288036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59552" y="2048256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Loaded early in prompt; stable persona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1975104"/>
            <a:ext cx="288036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9912" y="2048256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Edit intentionally; keep concise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395728"/>
            <a:ext cx="2057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2468880"/>
            <a:ext cx="191109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USER.md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2395728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79192" y="2468880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User model and operating preferences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2395728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59552" y="2468880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Business context, delivery standards, tool defaults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66760" y="2395728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9912" y="2468880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Use to guide decisions and pushback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816352"/>
            <a:ext cx="205740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2889504"/>
            <a:ext cx="191109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MEMORY.md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40" y="2816352"/>
            <a:ext cx="288036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79192" y="2889504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Durable facts and environment notes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0" y="2816352"/>
            <a:ext cx="288036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59552" y="2889504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Accounts, services, paths, recurrent facts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6760" y="2816352"/>
            <a:ext cx="288036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39912" y="2889504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Update after durable findings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236976"/>
            <a:ext cx="2057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3310128"/>
            <a:ext cx="191109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state.db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06040" y="3236976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79192" y="3310128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Session history and full-text recall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3236976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59552" y="3310128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Past conversations and task trails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66760" y="3236976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39912" y="3310128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Search, do not stuff everything into prompt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3657600"/>
            <a:ext cx="205740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3730752"/>
            <a:ext cx="191109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GBrain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06040" y="3657600"/>
            <a:ext cx="288036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79192" y="3730752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Graph and semantic memory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0" y="3657600"/>
            <a:ext cx="288036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59552" y="3730752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Entities, relationships, dream cycle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66760" y="3657600"/>
            <a:ext cx="288036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39912" y="3730752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Use before repeated strategy/research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078224"/>
            <a:ext cx="2057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" y="4151376"/>
            <a:ext cx="191109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AGENTS.md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06040" y="4078224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79192" y="4151376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Project workflow rules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0" y="4078224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59552" y="4151376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Repo-specific commands and constraints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66760" y="4078224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39912" y="4151376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Treat as project contract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4498848"/>
            <a:ext cx="205740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1792" y="4572000"/>
            <a:ext cx="191109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Profiles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06040" y="4498848"/>
            <a:ext cx="288036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79192" y="4572000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Role/state isolation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0" y="4498848"/>
            <a:ext cx="288036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59552" y="4572000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Separate config, keys, SOUL, memory, skills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66760" y="4498848"/>
            <a:ext cx="288036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39912" y="4572000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Use instead of a monolithic assistant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" y="4919472"/>
            <a:ext cx="2057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1792" y="4992624"/>
            <a:ext cx="191109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ROLE.md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06040" y="4919472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79192" y="4992624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Not found as a standard local Hermes file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86400" y="4919472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59552" y="4992624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Role can be modeled through profiles/SOUL/descriptions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66760" y="4919472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39912" y="4992624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Do not invent as required unless your org standardizes it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22 / 177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SOUL.md Guidance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Use SOUL for stable agent identity, not task-specific operating procedures.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Include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Communication style, values, operating boundaries.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What the agent should refuse or escalate.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 small number of durable behavior rules.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Tone and writing constraints that should persist across sessions.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Stuffing project-specific SOPs into SOUL.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Long lists that burn tokens every session.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Contradicting project AGENTS.md.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Secrets, API keys, account-specific private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23 / 177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USER.md Guidance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Use USER for the durable user model and delivery standard.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Local User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Enterprise solution architect for automotive GenAI POCs.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Prefers real data, ROI, cost, latency, architecture, and stakeholder-ready decks.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Dislikes fluff, synthetic data, and over-abstracted solutions.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Needs mixed-audience communication: business first, technical depth second.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Implementation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Inject into POC and deck workflows.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Let it guide pushback and scope decisions.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Use it to choose automotive examples.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Keep it updated when user standards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24 / 177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MEMORY.md Guidance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Use MEMORY for durable operational facts, not long transcripts.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Good Memory Entries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Current accounts, active services, known paths, verified tool state.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GBrain endpoint and token env-var name, without printing the token.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Deliverable standards and recurring workflow constraints.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Environment gotchas that prevent repeated mistakes.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Bad Memory Entries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Raw meeting notes better stored in GBrain or files.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Secrets or credentials.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Speculative facts that should expire.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One-off task details that will not matter again.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25 / 177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Project Context Guidance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AGENTS.md and project files should carry repo-specific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Use Project Files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Build commands, test commands, ports, deployment steps.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Repo-specific skill routing and product build constraints.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Client-facing PPTX rules and QA expectations.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Cross-host compatibility maps.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Keep Separate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Personal style rules in SOUL.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User identity in USER.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Durable environment facts in MEMORY.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Large research artifacts that belong in run folders.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26 / 177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Role Design Without ROLE.md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No local standard ROLE.md was found; role should be expressed through profiles and SOUL variants.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Recommended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Create a Hermes profile per role when tools, memory, or personality differ.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Give each profile a clear description for routing.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Put role behavior in profile-specific SOUL.md.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Keep credentials and session history per-machine.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When ROLE.md Is Useful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Only if your organization standardizes it as an internal overlay.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Document it as custom convention, not required Hermes behavior.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Do not make skills depend on ROLE.md unless the file is guaranteed.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27 / 177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Profile Packaging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Profiles are the deployable unit for role-specific assistants.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Package Includes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Config, SOUL, skills, cron jobs, plugins, and MCP connections.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Role-specific task descriptions and default models.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Automation blueprints and schedule definitions.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Keep Local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Credentials and API keys.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Sessions and large state history.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Personal memories that should not travel.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Machine-specific paths unless templated.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28 / 177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GBrain As Durable Knowledge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Use GBrain before repeated strategy, account, entity, or pipeline research.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Read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Company, person, vertical, use case, account, project, or recurring theme.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Prior briefs and entity relationships.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Meeting/transcript-derived facts.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Known objections and stakeholder preferences.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Write 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Durable findings likely to matter again.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Clean entity profiles, not raw dumps.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Decisions and rationales.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Source-linked summaries.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29 / 177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Obsidian As Human Inspection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Obsidian makes the agent's memory visible and editable.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Use It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Graph visualization of contacts, companies, projects, and relationships.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Manual correction of misunderstood facts.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Reviewing what the agent believes before high-stakes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Operating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GBrain is the durable memory engine.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Obsidian is the human-facing inspection and edit surface.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Every entity note should remain source-readable.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Corrections should feed back to the agent.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30 / 177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Skills As Procedures, Not Facts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A skill captures how to do repeatable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Good Skill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Clear trigger and scope.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Required tools and source order.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Concrete handoff artifact.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Verification steps and failure modes.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Anti-Pattern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Skill does generic research with no preferred search tool.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Skill creates a report no downstream step consumes.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Skill duplicates another skill without added value.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Skill works only in one host but claims to be global.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31 / 177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Cron As Proactive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Cron turns Hermes from reactive chat into scheduled operations.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Use Cron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Daily briefs, ingestion, signal monitoring, cost scans, security scans, GBrain dreaming.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Known periodic outputs with clear delivery channels.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Jobs that can be verified after each run.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Do Not Use Cron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Ambiguous goals with no acceptance criteria.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Actions that require sensitive approvals.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High-cost loops without budget gates.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Jobs with no owner or output.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32 / 177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Prompt Context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Every always-loaded file is a recurring token cost.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Keep Always-Loaded Files 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SOUL, USER, MEMORY, and project context should be compact.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Large evidence belongs in GBrain, run files, or source packs.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Use skills via progressive disclosure.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Use retrieval instead of permanent prompt stuffing.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Review Cadence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Monthly memory cleanup.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Weekly stale skill review if the agent is changing fast.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Cost scan when adding new cron jobs.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Security scan when adding new integrations.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33 / 177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Autonomy Ladder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Every role and use case needs an explicit autonomy level.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Levels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Inform: collect and summarize.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Recommend: propose actions and rationale.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Draft: prepare artifacts/messages for review.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Execute: perform approved reversible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Operate: recurring autonomous jobs with monitoring.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Default 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Outbound messages, purchases, permissions, secrets, destructive file operations, and public posts require approval unless explicitly governed.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34 / 177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905256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Integration 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15184"/>
            <a:ext cx="16459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859536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The reusable building blocks for implementing Hermes workflows.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35 / 177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Integration Component: You.com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Reusable architecture block for Hermes use-case realization.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Preferred current web discovery for agent tasks.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Use freshness, domain targeting, and structured JSON.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Use before ordinary web search in research skills.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Design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Good for source discovery, RAG grounding, current docs, web/news results.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Save outputs as source artifacts for traceability.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36 / 177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Integration Component: You.com Livecrawl /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Reusable architecture block for Hermes use-case realization.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Use when snippets are not enough.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Current docs say livecrawl is billed separately.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Prefer Contents API for known URLs.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Design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Full-page Markdown/HTML for LLM-ready ingestion.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Do not use livecrawl blindly on broad queries.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37 / 177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Integration Component: You.com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Reusable architecture block for Hermes use-case realization.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Use for complex multi-step research questions.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Returns cited markdown or structured output.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Still verify high-stakes claims.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Design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Good for market scans, content briefs, competitive research, and strategy inputs.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38 / 177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Integration Component: You.com Finance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Reusable architecture block for Hermes use-case realization.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Use for financial, investor, filings, fundamentals, market data, macro, and diligence workflows.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Label outputs as research, not advice.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Design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Good for investor intelligence and deal preparation.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39 / 177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Integration Component: GBrain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Reusable architecture block for Hermes use-case realization.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Graph-like durable memory.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Dream cycle cleans, links, and reconciles notes.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Git-backed Markdown keeps memory inspectable.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Design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Use for smart contacts, entity recall, account memory, and cross-session strategy.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40 / 177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Integration Component: Obsidian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Reusable architecture block for Hermes use-case realization.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Human visual front end for GBrain notes.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Graph review and manual corrections.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Useful for entity relationship maps.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Design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Keep notes clean and source-linked.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41 / 177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Integration Component: Email/Calendar/Slack/Zoom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Reusable architecture block for Hermes use-case realization.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Core private context channels.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Ingest into staging before writing memory.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Respect privacy and retention boundaries.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Design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Power daily briefs, smart contacts, pre-call prep, and triage.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42 / 177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Integration Component: Browser + CDP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Reusable architecture block for Hermes use-case realization.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Use for web apps and logged-in surfaces when APIs are absent.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Prefer APIs where available.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Stop at login, 2FA, permission, and payment prompts.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Design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Power LinkedIn/Twitter workflows and internal tools.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43 / 177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Integration Component: Computer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Reusable architecture block for Hermes use-case realization.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Background native GUI automation.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Capture, act, verify after each state change.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Useful for desktop apps and non-web systems.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Design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Bridge enterprise apps without APIs.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44 / 177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Integration Component: Messaging Gateways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Reusable architecture block for Hermes use-case realization.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Telegram, WhatsApp, Discord, Slack.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Mention-only vs free-response policy.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Media/artifact delivery.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Design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Makes Hermes available from phone and team channels.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45 / 177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Integration Component: MCP Servers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Reusable architecture block for Hermes use-case realization.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Extend tool surface through GBrain, IDE, browser, and other servers.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Health checks and secret redaction matter.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Design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Dependency layer for many skills.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46 / 177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Integration Component: Cron Scheduler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Reusable architecture block for Hermes use-case realization.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Plain-English schedules and cron expressions.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Delivery to channels.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Model and skill overrides.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Design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Proactive operations layer.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47 / 177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Integration Component: Profiles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Reusable architecture block for Hermes use-case realization.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Role-specific home directories.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Package config/skills/cron without secrets/history.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Task routing by profile description.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Design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Use for researcher, operator, PM, engineer, social, and sales roles.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48 / 177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Integration Component: Model Routing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Reusable architecture block for Hermes use-case realization.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Select model by task type.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Use fallback providers.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Monitor drift and cost.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Design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Cost control layer.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49 / 177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Integration Component: Skill Curator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Reusable architecture block for Hermes use-case realization.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Archive stale skills.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Consolidate repeated procedures.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Prevent skill clutter.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Design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Keeps agent learnings useful.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50 / 177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905256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Official User-Story Catalog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15184"/>
            <a:ext cx="16459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859536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The official Hermes user-stories page widens the use-case map beyond a single demo setup.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51 / 177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Official User Stories: What They Add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The user-provided official page is a community catalog, not only a product docs page.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Use-Case Families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Developer workflow and coding automation.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Personal assistant and life automation.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Business operations, sales, and marketing.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Research, content, finance, trading, and market intelligence.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Enterprise integrations, messaging gateways, privacy, and self-hosting.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How To Use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Treat each story as a pattern candidate.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Promote only recurring, high-value patterns into skills or cron.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Map every story to data sources, tool dependencies, approval gates, and acceptance criteria.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Do not copy community autonomy levels blindly; apply your own risk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52 / 177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Official Story Catalog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Community patterns from the Hermes user-stories page grouped into build lanes.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91056"/>
            <a:ext cx="2057400" cy="38404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682496"/>
            <a:ext cx="191109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Lane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591056"/>
            <a:ext cx="2880360" cy="3840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9192" y="1682496"/>
            <a:ext cx="273405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Examples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591056"/>
            <a:ext cx="2880360" cy="3840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59552" y="1682496"/>
            <a:ext cx="273405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Hermes Components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1591056"/>
            <a:ext cx="2880360" cy="3840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2" y="1682496"/>
            <a:ext cx="273405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Control Needed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975104"/>
            <a:ext cx="205740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048256"/>
            <a:ext cx="191109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Developer agents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1975104"/>
            <a:ext cx="288036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79192" y="2048256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Landing page to VPS, GitHub PR flow, repo maintenance, code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1975104"/>
            <a:ext cx="288036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59552" y="2048256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Terminal, GitHub skills, browser, cron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1975104"/>
            <a:ext cx="288036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9912" y="2048256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Tests, repo diff, approvals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395728"/>
            <a:ext cx="2057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2468880"/>
            <a:ext cx="191109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Personal ops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2395728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79192" y="2468880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Daily briefs, calendars, reminders, journaling, travel planning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2395728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59552" y="2468880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Memory, cron, gateway, browser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66760" y="2395728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9912" y="2468880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Privacy and outbound gates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816352"/>
            <a:ext cx="205740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2889504"/>
            <a:ext cx="191109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Business ops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40" y="2816352"/>
            <a:ext cx="288036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79192" y="2889504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Lead gen, email pipelines, investor tracking, dashboards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0" y="2816352"/>
            <a:ext cx="288036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59552" y="2889504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You.com, spreadsheets, email, GBrain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6760" y="2816352"/>
            <a:ext cx="288036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39912" y="2889504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No-auto-send default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236976"/>
            <a:ext cx="2057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3310128"/>
            <a:ext cx="191109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Content creation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06040" y="3236976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79192" y="3310128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YouTube research, blog pipeline, UGC ads, podcasts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3236976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59552" y="3310128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watch, You.com Research, CMS, media skills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66760" y="3236976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39912" y="3310128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Citation and brand QA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3657600"/>
            <a:ext cx="205740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3730752"/>
            <a:ext cx="191109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Research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06040" y="3657600"/>
            <a:ext cx="288036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79192" y="3730752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Deep research briefs, technical docs, market scans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0" y="3657600"/>
            <a:ext cx="288036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59552" y="3730752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You.com Research, Firecrawl, GBrain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66760" y="3657600"/>
            <a:ext cx="288036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39912" y="3730752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Primary-source tie-out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078224"/>
            <a:ext cx="2057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" y="4151376"/>
            <a:ext cx="191109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Finance/trading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06040" y="4078224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79192" y="4151376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Market monitoring, filings, trend signals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0" y="4078224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59552" y="4151376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Finance Research, cron, alerts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66760" y="4078224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39912" y="4151376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No financial-advice claims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4498848"/>
            <a:ext cx="205740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1792" y="4572000"/>
            <a:ext cx="191109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Enterprise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06040" y="4498848"/>
            <a:ext cx="288036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79192" y="4572000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Vertex AI, Power Platform, k8s, compliance docs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0" y="4498848"/>
            <a:ext cx="288036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59552" y="4572000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MCP, profiles, connectors, docs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66760" y="4498848"/>
            <a:ext cx="288036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39912" y="4572000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Security review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" y="4919472"/>
            <a:ext cx="2057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1792" y="4992624"/>
            <a:ext cx="191109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Messaging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06040" y="4919472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79192" y="4992624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Telegram, Discord, Slack, LINE, QQ, Feishu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86400" y="4919472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59552" y="4992624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Gateway, channel prompts, media handling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66760" y="4919472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39912" y="4992624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Channel scope policy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" y="5340096"/>
            <a:ext cx="205740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1792" y="5413248"/>
            <a:ext cx="191109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Privacy/self-hosted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06040" y="5340096"/>
            <a:ext cx="288036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79192" y="5413248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SearXNG, Raspberry Pi, local-first memory, VPS agents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486400" y="5340096"/>
            <a:ext cx="288036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559552" y="5413248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Profiles, local backend, MCP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366760" y="5340096"/>
            <a:ext cx="2880360" cy="42062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39912" y="5413248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Isolation and backups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8640" y="5760720"/>
            <a:ext cx="2057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21792" y="5833872"/>
            <a:ext cx="191109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Agent ops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606040" y="5760720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79192" y="5833872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12 parallel Hermes, runtime monitor, approval audit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86400" y="5760720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559552" y="5833872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Delegation, cron, dashboards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366760" y="5760720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439912" y="5833872"/>
            <a:ext cx="2734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Concurrency limits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53 / 177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Community Pattern: Self-Hosted Local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Several stories point to Hermes running beyond a laptop: mini PCs, Raspberry Pi, VPS, and local-first stacks.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Profile packaged for target machine.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Local terminal backend or container backend.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Messaging gateway for remote access.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GBrain or file-backed memory with backup policy.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Start with read-only monitoring jobs.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Add health and security cron.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Test recovery after reboot.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Keep secrets out of packaged profile.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54 / 177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Community Pattern: Developer Workflow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The official examples reinforce Hermes as a repo-aware coding operator.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Repo context files load project conventions.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Skills capture PR review, issue triage, deployment, and test routines.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Cron handles recurring dependency/security checks.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Browser/dogfood validates UI 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Define acceptance command per repo.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Require diff summary and test output.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Never auto-merge without policy.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Record generated skills and stale-skill cleanup.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55 / 177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Community Pattern: Messaging-First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Many real deployments use chat channels as the front door.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Gateway receives messages and media.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Profile/channel prompt selects scope.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Run artifacts are stored locally and delivered as links or files.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Cron can deliver scheduled results to the same channel.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Set mention-only by default for team channels.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Define allowed channels and media limits.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Block secrets in chat.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Escalate irreversible actions.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56 / 177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Community Pattern: Market And Finance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Trading and market stories should be implemented as research/alerting, not automatic financial 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Finance Research for fundamentals and filings.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Search/news/social signal monitors for freshness.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GBrain tracks entities and hypotheses.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Alerts route to human decision makers.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Label evidence vs inference.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Attach dates to all market data.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Avoid trade execution by default.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Review false positives weekly.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57 / 177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Community Pattern: Content And Media Factory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The user-stories page supports content workflows similar to Dmitry's demo blog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watch/video transcript ingestion.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You.com Research for source-backed angles.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Content skills for drafts and variants.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QA pass for citations, brand, and publish readiness.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Keep source pack per article.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Separate ad generation from editorial claims.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Use publish queue, not direct auto-publish initially.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Feed performance data back into topic selection.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58 / 177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Community Pattern: Enterprise Integration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Enterprise stories need stricter architecture than personal productivity stories.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Profiles per client/account or role.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MCP connectors for enterprise systems.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Project AGENTS.md for account-specific delivery standards.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Audit logs for access and generated artifacts.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Start in least-privilege mode.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Use real data only when approved.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Keep architecture/cost/security artifacts with every POC.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Run stakeholder-readiness QA before demos.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59 / 177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Community Pattern: Multi-Agent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Stories about parallel Hermes instances and runtime monitoring require explicit orchestration.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Parent profile routes tasks.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Child profiles/subagents have bounded tools and depth.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Goal-loop orchestrator verifies handoffs.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Dashboard/kanban tracks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Limit concurrency.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Define consumes/produces for each child.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Stop duplicate or isolated work.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Use health monitor and cost monitor before scaling.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60 / 177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Official Stories To Realization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Every community story must be converted into a build spec before implementation.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Convert Story Into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Business outcome and user.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Trigger and delivery channel.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Data sources and integration components.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Autonomy level and approval gates.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Acceptance criteria and verification artifacts.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Reject Or Defer When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No owner or repeated need.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No safe source/tool path.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Output is not used by any downstream workflow.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Cost, privacy, or account risk is not bounded.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61 / 177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905256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Implementation SOP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15184"/>
            <a:ext cx="16459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859536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Spec-driven delivery pattern for every Hermes use case.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62 / 177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Use-Case Spec Template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Use this gate before shipping any Hermes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Operator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Name the business outcome, not just the automation.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Define trigger, user, output, autonomy level, data sources, delivery channel, and KPI.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State what the agent must never do without approval.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List source and verification requirements.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Required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Spec file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Input inventory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Acceptance criteria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Owner and review cadence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63 / 177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Architecture Template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Use this gate before shipping any Hermes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Operator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Draw the data path: trigger -&gt; retrieval -&gt; memory -&gt; reasoning -&gt; action -&gt; delivery -&gt; logging.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Separate private data, public research, durable memory, and generated artifacts.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Declare model route and fallback.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Declare search-tool preference order.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Required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Component diagram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Integration list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Trust boundaries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Failure handling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64 / 177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Search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Use this gate before shipping any Hermes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Operator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You.com Search/Research/Finance first when current web or finance research matters.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Exa/Firecrawl/Contents for discovery or full-page ingestion when appropriate.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Reddit tools for buyer language and community evidence.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Generic web search is fallback/source discovery only.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Required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Search run JSON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Source pack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Citation map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Rejected-source notes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65 / 177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Memory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Use this gate before shipping any Hermes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Operator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GBrain recall before recurring person/company/account/use-case research.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Write back durable findings after strategy or pipeline work.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Keep raw evidence in files; keep distilled facts in memory.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Use Obsidian for human inspection.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Required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Recall summary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Write-back note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Entity updates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Conflict 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66 / 177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Action Gates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Use this gate before shipping any Hermes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Operator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Draft before send for email, social, investor, and public posting.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Ask before payments, permissions, destructive changes, secrets, or risky browser prompts.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Use separate profile/device for early experiments.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Log human approvals.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Required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Approval record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Risk label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Rollback plan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Audit 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67 / 177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Cost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Use this gate before shipping any Hermes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Operator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Route by activity and model tier.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Budget every recurring job.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Scan logs for runaway processes and wrong-model use.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Prefer smaller models for parsing/summarization.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Required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Budget table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Spend dashboard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Model route log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Savings notes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68 / 177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Skill Chaining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Use this gate before shipping any Hermes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Operator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Every skill must consume an artifact and produce an artifact.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The next skill must actually use the output.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Remove isolated or duplicate skills.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Run pass-level chaining checks after each loop.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Required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Chain contract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Handoff file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QA status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Reroute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69 / 177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Use this gate before shipping any Hermes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Operator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Decks need PPTX validation and visual QA.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Automations need run logs and acceptance checks.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Research needs source tie-out.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Browser/computer tasks need screenshot or state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Required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QA handoff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Preview images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Test output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Known caveats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70 / 177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Rollout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Use this gate before shipping any Hermes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Operator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Start with inform/recommend workflows.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Add draft workflows after trust is established.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Add execute/operate only with metrics, rollback, and monitoring.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Review cron, skills, memory, and permissions monthly.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Required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Pilot scope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Metrics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Review schedule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Decommission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71 / 177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905256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Use-Case Realization Catalog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15184"/>
            <a:ext cx="16459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859536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Each use case has a spec slide, architecture slide, and SOP/control slide.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72 / 177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UC01. Daily Executive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One morning packet replaces scattered checking across email, calendar, Slack, news, and social feeds.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Scheduled cron or user asks for today's brief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Founder, executive, account lead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Brief in chat, email, Slack, or Obsidian note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Draft + notify; human decides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Time saved per morning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Consolidates high-signal work before the day starts.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Turns passive channels into a prioritized action queue.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Creates a repeatable operating rhythm for busy professionals.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Calendar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Email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Slack/Teams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News/social signals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GBrain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73 / 177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UC01.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Daily Executive Brief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Cron wakes on schedule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Collect today's meetings and unread 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Recall relevant people/projects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Research external 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Publish brief and open decisions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Cron scheduler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You.com Search/Research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GBrain recall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Calendar/email connectors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Messaging gateway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One cron job builds source pack; agent synthesizes; delivery channel posts final; follow-up tasks become skills or kanban cards.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74 / 177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UC01.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Daily Executive Brief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Define brief sections and priority scoring.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Create cron job with workdir and delivery target.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Bind GBrain recall before synthesis.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Add escalation rule for urgent items.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Brief includes meetings, risks, asks, and sources.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No outbound action occurs without explicit approval.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Missed-source rate is tracked weekly.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75 / 177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UC02. Smart Contacts And Entities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A self-updating relationship layer gives Hermes context before meetings and outreach.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New meeting, email thread, or entity mention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Executive, sales lead, investor relations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Entity profile and relationship recommendations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Autonomous enrichment; human reviews sensitive notes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Profile freshness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Turns scattered emails and social mentions into durable profiles.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Lets the agent inject relationship context at the right moment.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Creates a practical personal CRM without manual data entry.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Email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Calendar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Zoom transcripts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LinkedIn/Twitter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Contacts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You.com enrichment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76 / 177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UC02.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Smart Contacts And Entities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Collect private touchpoints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Extract entities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Enrich via You.com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Write GBrain notes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Surface context in workflows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GBrain graph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Obsidian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You.com Research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Entity extraction skill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Dedup/fuzzy matching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Ingest private context; enrich public facts; write Markdown entity notes; expose graph in Obsidian; inject relevant context during tasks.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77 / 177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UC02.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Smart Contacts And Entities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Define entity schema.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Schedule ingestion and enrichment.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Add conflict flags for stale or contradictory facts.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Create Obsidian graph 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Each profile has source provenance.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Duplicates are merged or flagged.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Agent can answer why a contact matters.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78 / 177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UC03. Pre-Call Account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Every meeting starts with account context, current signals, and a proposed conversation plan.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Calendar event within next 24 hours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Account executive, solution architect, PM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Meeting brief and talk track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Autonomous draft; user edits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Prep time reduced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Improves meeting quality without last-minute research.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Combines CRM-like memory with live web signals.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Supports mixed business and technical audiences.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Calendar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GBrain account notes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LinkedIn/company pages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Recent news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Prior calls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79 / 177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UC03.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Pre-Call Account Brief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Detect meeting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Resolve participants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Recall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Research current 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Draft agenda and asks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Calendar connector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You.com Search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GBrain recall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Zoom transcript store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Brief template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Calendar trigger identifies participants; GBrain recalls history; You.com refreshes company/person facts; agent writes brief.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80 / 177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UC03.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Pre-Call Account Brief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Create participant resolver.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Define account-brief template.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Add 24h and 1h reminders.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Attach source links.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Brief has attendee map, account context, open asks, and risks.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Recent external facts are dated.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Sensitive assumptions are labeled.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81 / 177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UC04. Investor Intelligence And Outreach Tracker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Fundraising research becomes a live investor map with thesis match, hooks, and follow-up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Seed raise, pipeline refresh, investor reply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Founder or finance lead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Investor spreadsheet plus draft outreach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Draft outreach; human sends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Qualified investor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Scales research across hundreds of investors.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Matches thesis, portfolio, and social signals to the company story.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Prevents generic cold outreach.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Investor list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Portfolio pages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LinkedIn/Twitter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Email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Public interviews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GBrain notes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82 / 177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UC04.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Investor Intelligence And Outreach Tracker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Compile investor universe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Enrich each investor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Score thesis 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Draft tailored hook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Track responses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You.com Research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Finance Research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Spreadsheet writer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Email drafting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Inbox monitor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Source-of-truth table stores investors; research enriches rows; model drafts hooks; inbox monitor updates status.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83 / 177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UC04.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Investor Intelligence And Outreach Tracker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Define table schema.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Run batch enrichment with rate limits.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Create no-auto-send policy.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Monitor replies and update stage.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Never send investor emails automatically by default.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Rows include source URLs and confidence.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Drafts are personalized, not spam templates.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Follow-up cadence respects human approval.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84 / 177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UC05. Relationship Manager And Coach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The agent nudges relationship maintenance based on real context, not a static CRM reminder.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No contact for N days or important public signal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Executive, founder, sales lead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Suggested touchpoint and context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Suggest only by default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Useful nudges accepted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Helps maintain a network without manual CRM hygiene.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Uses news/social changes as reasons to reach out.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Avoids awkward context gaps before outreach.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Smart contacts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Public posts/news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Email history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Calendar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85 / 177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UC05.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Relationship Manager And Coach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Monitor entity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Score relationship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Draft note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Ask approval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Record outcome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GBrain graph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You.com Search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Signal monitor cron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Drafting skill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Signals update entity state; relationship rules score next-best actions; user approves outreach.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86 / 177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UC05.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Relationship Manager And Coach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Set relationship tiers.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Define do-not-contact and sensitivity rules.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Create cadence scoring.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accepted/rejected nudges.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Recommendations cite the trigger.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No message is sent without approval.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User feedback tunes future ranking.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87 / 177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UC06. Social And News Signal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Hermes filters the information flood into a few signals worth acting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Hourly/daily cron or explicit research request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Executive, marketer, PM, investor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Signal digest and action queue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Autonomous monitor; human acts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Signal-to-noise ratio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Keeps professionals current without doom-scrolling.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Finds weak signals across social, web, news, Reddit, and YouTube.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Turns monitoring into concrete actions.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Twitter/X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LinkedIn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Reddit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YouTube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News/web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Google Trends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88 / 177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UC06.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Social And News Signal Monitor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Run queries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Cluster mentions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Rank novelty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Attach 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Recommend actions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You.com Search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Reddit skills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YouTube watch/video skill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Cron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Topic taxonomy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Each topic has queries and thresholds; monitor retrieves, clusters, ranks, and routes signals.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89 / 177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UC06.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Social And News Signal Monitor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Define topics and ignored noise.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Set freshness windows.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Create scoring rubric.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Store daily signal log.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Digest separates fact, inference, and recommendation.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Sources are current and linked.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Repeated noise is suppressed.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90 / 177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UC07. Twitter/X Engagement Radar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The agent identifies high-value conversations and prepares replies without consuming the user's 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New signal from monitored accounts/topics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Founder, PM, marketer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Engagement queue with reply drafts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Draft only unless explicitly allowed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Relevant replies shipped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Captures attention-market opportunities.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Keeps posting aligned to current conversations.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Avoids manual feed scanning.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X search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Follow lists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GBrain persona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Campaign goals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91 / 177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UC07.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Twitter/X Engagement Radar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Watch topics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Identify threads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Recall voice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Draft reply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Queue approval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Browser/computer-use for logged-in access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You.com Search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Social skill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Approval queue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Use API/search where available; use browser only when platform API is unavailable; drafts wait for user approval.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92 / 177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UC07.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Twitter/X Engagement Radar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Create target account lists.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Define reply criteria.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Set browser safety rules.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Record posted/rejected outcomes.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Do not bypass platform terms or automate spam behavior.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Queue contains rationale per reply.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Human can approve, edit, or reject.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Rejected styles are learned.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93 / 177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UC08. LinkedIn Relationship And Posting Assistant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Hermes can work around limited LinkedIn API access by using browser-based workflows carefully.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User asks for LinkedIn prep or scheduled review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Executive, founder, sales lead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Draft posts, profile notes, engagement suggestions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Draft and navigate; human clicks sensitive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Approved LinkedIn 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LinkedIn lacks easy API coverage for many personal workflows.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Browser access lets the agent inspect visible context.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Approval gates preserve reputation and account safety.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Logged-in browser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Profile pages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Posts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GBrain contacts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Campaign calendar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94 / 177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UC08.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LinkedIn Relationship And Posting Assistant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Capture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Extract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Draft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Ask approval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Record result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Computer-use/browser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You.com Search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GBrain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Content drafting skill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Prefer search/docs first; use user browser for private network context; never type secrets or click sensitive prompts.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95 / 177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UC08.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LinkedIn Relationship And Posting Assistant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Define allowed LinkedIn tasks.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Create no-auto-post default.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Add screenshot/source capture.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Track account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Stop at login, 2FA, permission, or suspicious prompts.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Every action is reversible or approved.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No private data leaks into public posts.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Drafts match user's voice.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96 / 177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UC09. Content Intelligence Blog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The MindStudio-style blog system turns AI-news monitoring into high-volume SEO/AEO content.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Daily content run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Growth, marketing, founder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Topic list, briefs, posts, ad variants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Human review recommended before publish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Qualified organic traffic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Uses YouTube creators as a proxy for what the market wants.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Deep research creates grounded long-form content.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Ad variants and internal links become part of the pipeline.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YouTube channels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Transcripts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You.com Research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Product ads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97 / 177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UC09.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Content Intelligence Blog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Pull creator videos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Extract topics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Deep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Write posts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Generate variants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YouTube transcript skill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You.com Search/Research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Content writer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Ad generator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CMS connector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Topic mining -&gt; research -&gt; story angle -&gt; post -&gt; ad variants -&gt; publish queue.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98 / 177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UC09.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Content Intelligence Blog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Pick source channels.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Define editorial policy.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Create citation requirements.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Add publish approval gate.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Posts cite research sources.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No duplicate thin content.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Performance feeds next topic selection.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99 / 177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UC10. YouTube Video Research Weekly Job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A plain-English cron can turn video monitoring into recurring research briefs.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Every Monday 9am or user-defined schedule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Researcher, analyst, PM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Video brief with citations and screenshots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Autonomous draft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Briefs produced on schedule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Video is a rich source of practitioner detail.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The /watch pattern extracts transcript and frames.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Recurring jobs make research proactive.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YouTube URLs/channels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Captions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Frames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You.com follow-up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100 / 177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UC10.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YouTube Video Research Weekly Job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Collect videos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Run watch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Extract claims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Verify with web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Deliver brief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Watch-video skill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Cron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You.com Search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Frame archive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Research template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Cron invokes watch skill, then You.com fills gaps, then a report is delivered.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101 / 177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UC10.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YouTube Video Research Weekly Job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Set channel watchlist.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Choose frame budget.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Define claim-verification rules.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Archive transcript and frames.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Timestamped evidence is retained.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Claims are verified or labeled unverified.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Long videos are focused when needed.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102 / 177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UC11. SEO And AEO Content Variant Factory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Hermes can generate many search-answer variants while preserving source discipline.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New topic, product launch, or content refresh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Growth, product marketing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Article, FAQ, snippets, ads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Draft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Content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AI answer engines need concise, cited, structured source material.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Variants help test angles without manually rewriting.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Grounding prevents generic AI output.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Research brief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Keyword set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Competitor pages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Product positioning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103 / 177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UC11.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SEO And AEO Content Variant Factory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Map intent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Collect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Write variants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QA claims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Publish queue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You.com Search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Firecrawl/Contents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Content skill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AEO evidence skills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Research pack drives variant generation; each variant points back to source claims and target intent.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104 / 177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UC11.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SEO And AEO Content Variant Factory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Define claim library.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Set keyword and FAQ targets.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Block unsupported stats.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Track indexed/performance results.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Each claim maps to source.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No invented metrics.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Variant purpose is explicit.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105 / 177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UC12. Cost And Model Spend Scan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Daily cost inspection prevents autonomous agents from becoming expensive background noise.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Nightly cron or threshold breach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Operator, engineering lead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Spend dashboard and fix plan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Suggest fixes; user approves major changes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Cost per useful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Agent loops can drift into costly model choices.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Model routing saves money without reducing quality.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Daily scans find runaway jobs early.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Token logs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Model route config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Cron history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Tool traces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106 / 177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UC12.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Cost And Model Spend Scan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Read usage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Rank costs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Find anomalies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Recommend fixes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Track savings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Cron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Cost parser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Activity-dependent model policy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Config editor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Alert delivery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Scan logs, rank expensive workflows, identify wrong-model use, propose config or skill fixes.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107 / 177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UC12.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Cost And Model Spend Scan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Define budgets by job.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Create alert thresholds.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Audit model selection.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Record before/after spend.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Dashboard itemizes spend.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Recommendations include risk.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Changes are versioned.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108 / 177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UC13. Activity-Dependent Model Routing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Hermes chooses model strength based on task type instead of running everything on the most expensive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Any task start or subtask classification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Agent operator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Model route decision and fallback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Autonomous within approved 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Quality per dollar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Everyday tasks do not need the strongest model.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Code and deep reasoning can justify premium models.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Summarization and parsing should use cheaper models where safe.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Task prompt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Skill metadata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Model catalog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Cost/quality 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109 / 177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UC13.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Activity-Dependent Model Routing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Classify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Select 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Run 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Log 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Review drift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Model selector skill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Fallback provider chain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Config.yaml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Cost monitor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Classifier maps task to model tier; fallback chain handles provider failure; logs support audit.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110 / 177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UC13.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Activity-Dependent Model Routing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Define tiers by provider.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Map skills to model needs.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Set fallback chain.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Add drift scanner.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is visible in logs.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Premium model use has reason.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Fallbacks are tested.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111 / 177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UC14. Security And Permissions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The agent should inspect its own risk surface before it expands capability.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Daily cron, new integration, or profile export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Security-conscious operator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Risk report and remediation checklist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Suggest and patch safe items; ask on sensitive changes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Unreviewed exposure reduced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Hermes may touch email, browser, files, and secrets.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Separate-device/profile strategies reduce blast radius.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Cron and plugins need recurring review.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Config.yaml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.env references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MCP servers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Cron jobs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Browser permissions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112 / 177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UC14.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Security And Permissions Audit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Inventory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Rank risks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Check secrets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Review cron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Patch or ask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Security audit skill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Config parser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Secret redaction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Cron scanner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MCP inventory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Audit local state; flag broad permissions; patch obvious misconfigurations; escalate anything destructive.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113 / 177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UC14.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Security And Permissions Audit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Define risk rubric.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Create allow/deny lists.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Schedule audit.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Store exception decisions.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Never print API keys or bearer tokens.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Secrets are masked.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High-risk changes require approval.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Audit result is dated and stored.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114 / 177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UC15. MCP And Plugin Health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The agent watches its tool layer so workflows fail loudly instead of silently degrading.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Scheduled healthcheck or failed tool call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Agent operator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Tool health report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Autonomous diagnostics; ask before installs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Healthy tool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MCPs and plugins are the agent's hands.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Broken connectors can make skills appear useless.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Health status helps route fallback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MCP server list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Plugin config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Tool discovery output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Skill dependencies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115 / 177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UC15.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MCP And Plugin Health Monitor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Probe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Record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Map affected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Recommend repair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Notify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MCP health skill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Plugin inventory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Tool-search policy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Alert channel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Health job probes each server/plugin; results update capability map and recommend repairs.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116 / 177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UC15.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MCP And Plugin Health Monitor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Create capability inventory.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Define dependency map.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Add health cron.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Patch skill instructions for fallback.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Report lists affected workflows.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No install runs without approval.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Fallback path is documented.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117 / 177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UC16. Cross-Channel Data Ingestion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Hermes turns email, Slack, calendar, Zoom, and files into a unified context stream.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Scheduled ingestion or new artifact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Knowledge worker, chief of staff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Structured notes and entity updates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Autonomous ingest; approval for external posting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Fresh context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Daily work is fragmented across channels.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Unified ingestion gives every downstream use case context.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GBrain and skills convert raw data into reusable memory.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Email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Slack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Calendar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Zoom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Documents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Browser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118 / 177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UC16.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Cross-Channel Data Ingestion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Pull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Normalize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Extract entities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Deduplicate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Write memory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Connectors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Transcript processor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Entity extractor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GBrain write-back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Dedup logic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Ingest channels into staging; extract facts/entities; write durable notes; link to source artifacts.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119 / 177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UC16.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Cross-Channel Data Ingestion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Define source boundaries.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Create retention policy.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Add PII handling.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Schedule incremental ingest.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Source coverage is tracked.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Private data stays local unless approved.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Duplicates and conflicts are flagged.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120 / 177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UC17. GBrain Dreaming And Knowledge Compaction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Nightly memory maintenance keeps the knowledge graph clean enough to trust.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Nightly cron or large ingestion batch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Agent operator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Merged, linked, cleaned memory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Autonomous with audit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Contradictions resolved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Raw memory becomes cluttered over time.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Dreaming deduplicates, links, and reconciles facts.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Human-readable Markdown makes corrections practical.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GBrain notes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Obsidian vault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Session summaries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Entity profiles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121 / 177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UC17.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GBrain Dreaming And Knowledge Compaction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Scan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Merge duplicates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Flag conflicts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Link entities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Commit changes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GBrain service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Git-backed Markdown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Dream cron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Conflict detector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Dream job scans notes, merges duplicates, flags contradictions, and commits changes for audit.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122 / 177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UC17.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GBrain Dreaming And Knowledge Compaction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Set dream schedule.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Define merge rules.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git history.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Review conflict queue weekly.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Changes are inspectable.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Conflicts are not silently overwritten.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Graph becomes easier to query.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123 / 177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UC18. Obsidian Graph Visualization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A visual graph helps humans inspect and correct what the agent believes.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User opens knowledge review or entity audit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Founder, researcher, analyst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Obsidian vault and graph view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Human inspection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Graph correctness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Visualizing links makes memory errors obvious.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Non-technical users can inspect the knowledge base.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It turns agent memory into a shared artifact.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GBrain Markdown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Entity links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Project notes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Relationship edges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124 / 177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UC18.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Obsidian Graph Visualization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Open vault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Filter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Inspect 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Edit 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Sync 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Obsidian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GBrain vault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Markdown schemas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Graph filters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GBrain stores Markdown; Obsidian renders graph; user edits notes; agent respects corrected source.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125 / 177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UC18.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Obsidian Graph Visualization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Define vault location.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Create note templates.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Set graph filters.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Document correction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Graph nodes map to real notes.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Human edits are preserved.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Agent can cite edited notes.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126 / 177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UC19. Phone-To-App Builder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The agent can build or modify small tools while the user is away from the workstation.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Mobile message asks for app/tool/workflow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Founder, operator, engineer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Working app, script, or PR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Build in sandbox; human reviews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Working artifacts delivered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Turns idle time into implementation time.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Hermes can use coding agents and repo tools.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Useful for small internal apps and workflow fixes.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Phone gateway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Repo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Requirements prompt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Existing 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127 / 177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UC19.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Phone-To-App Builder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Receive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Clarify if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Implement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Report link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Messaging gateway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Coding agent/proxy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GitHub skills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Playwright/dogfood QA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Mobile message creates spec; agent builds in repo; QA runs; user gets link/summary.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128 / 177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UC19.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Phone-To-App Builder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Define mobile command format.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Set repo permissions.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Require tests before delivery.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Block destructive operations.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Artifact runs locally.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Tests or smoke checks pass.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Changes are summarized with file paths.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129 / 177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UC20. Code And Repo Self-Improvement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Hermes captures repeated workflows as skills and improves its own operating procedures.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Repeated successful task pattern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Agent operator, developer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New or updated skill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Suggest/create; human can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Repeat work automated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Skills reduce repeated prompting.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Generated procedures make agents more consistent.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Skill QA prevents isolated skill chaining.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Session history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Successful commands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Repo conventions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AGENTS.md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130 / 177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UC20.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Code And Repo Self-Improvement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Detect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Draft skill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Test procedure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Install locally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Review later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Skill creator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Curator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Goal-loop orchestrator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Repo skill root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After repeated success, agent drafts a skill; curator prunes stale ones; orchestrator verifies chaining value.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131 / 177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UC20.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Code And Repo Self-Improvement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Define skill acceptance tests.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Document dependencies.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Add search-tool policy.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Run chaining QA.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Skill has trigger, dependencies, and verification.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It consumes/produces concrete artifacts.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It is discoverable in target hosts.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132 / 177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UC21. Back-Office Browser And Desktop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Hermes can use browser and computer-use tools when APIs are absent.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User asks for repetitive web/native app work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Operations, sales, analyst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Completed workflow or evidence report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Autonomous only within safe bounds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Manual steps eliminated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Many enterprise systems have poor APIs.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Browser and GUI control can bridge gaps.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Safety rules keep secret/payment/permission actions human-led.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Browser session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Native apps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Files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Screenshots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133 / 177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UC21.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Back-Office Browser And Desktop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Capture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Click/type safely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Extract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Browser toolset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Computer-use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Dogfood QA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OCR/document skill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Use structured APIs first; use browser/computer-use for locked systems; verify after every state change.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134 / 177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UC21.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Back-Office Browser And Desktop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Document allowed apps.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Block sensitive prompts.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screenshots as evidence.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Add retry/verification steps.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Do not click password, 2FA, payment, or permission dialogs.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Screenshots or logs prove completion.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No hidden irreversible action.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User can replay SOP.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135 / 177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UC22. Spreadsheet And Document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Hermes can turn rough research or operating data into structured spreadsheets and documents.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User requests tracker, report, or transformation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Founder, analyst, PM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Spreadsheet, doc, or PPT source table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Autonomous draft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Manual spreadsheet work reduced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Many workflows begin or end in spreadsheets.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Agent-generated trackers are useful when source fields are clear.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Document automation supports stakeholder-ready delivery.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CSV/XLSX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Google Sheets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Docs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Research output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136 / 177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UC22.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Spreadsheet And Document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Define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Ingest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Enrich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Export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Spreadsheet connector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Document parser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You.com enrichment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Export skill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Agent builds schema, populates rows, validates fields, then exports to target format.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137 / 177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UC22.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Spreadsheet And Document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Set schema before filling.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Track source per row.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Validate formulas.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Protect confidential fields.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Rows have provenance.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Formulas calculate correctly.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Deck/report can consume the table.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138 / 177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UC23. Team Or Company GBrain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A shared memory graph can support a whole team while preserving profile and permission boundaries.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Team wants shared knowledge layer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Startup team, enterprise practice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Shared graph and access policy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Admin-managed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Knowledge reuse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Team agents need common context.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A shared graph reduces repeated research.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Profiles keep roles and credentials separate.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Team docs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Meeting notes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Slack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Project repos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Account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139 / 177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UC23.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Team Or Company GBrain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Define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Set permissions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Ingest docs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Expose 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Audit access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GBrain server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Hermes profiles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MCP auth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Git-backed vault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Access policy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Shared memory is exposed through MCP; each profile has its own SOUL/config while reading approved shared context.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140 / 177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UC23.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Team Or Company GBrain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Separate personal vs team memory.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Create write-back rules.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profile packaging.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Review access logs.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Shared facts have owners.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Sensitive memories are scoped.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Profiles can be packaged safely.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141 / 177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UC24. Multi-Profile Role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Profiles replace one giant assistant with role-specific agents that can be packaged and reused.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Need assistant, researcher, PM, engineer, or sales profiles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Agent operator, team lead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Profile package with SOUL/config/skills/cron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Admin creates; agent executes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Profile fit to task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Different workflows need different personalities and tools.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Profiles isolate config, memory, sessions, skills, cron, and gateway state.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Role.md is not required when profile descriptions and SOUL files do the role work.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Profile config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SOUL.md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skills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cron jobs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MCP connections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142 / 177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UC24.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Multi-Profile Role 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Create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Write role SOUL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Attach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Add cron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Package/share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Hermes profiles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SOUL.md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Profile descriptions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Skill packages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Cron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Each role gets profile home; shared packages exclude credentials/history; kanban or orchestrator routes tasks to profiles.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143 / 177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UC24.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Multi-Profile Role 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Define role boundaries.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Avoid copying secrets.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Document escalation rules.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Test routing.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Profile is discoverable.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Credentials stay local.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Role-specific behavior is observable.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144 / 177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UC25. Messaging Gateway Assistant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Telegram, WhatsApp, Discord, or Slack can become the interface to Hermes.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Message arrives through gateway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Busy professional or team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Reply, artifact, or queued task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Depends on channel 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Requests handled outside terminal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The agent becomes available where the user already works.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Gateway delivery supports scheduled jobs and mobile requests.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Channel policy prevents noisy responses.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Telegram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WhatsApp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Discord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Slack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Files/media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145 / 177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UC25.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Messaging Gateway Assistant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Receive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Load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Run 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Deliver artifact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Log 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Gateway config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Channel prompts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Media handling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Cron delivery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Approval policy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Incoming message creates a session; channel rules decide free-response vs mention-only; artifacts return through delivery channel.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146 / 177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UC25.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Messaging Gateway Assistant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Configure channel scopes.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Set mention/free-response rules.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Add media directory policy.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Document approval 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No secrets typed into chat.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Large artifacts are linked or delivered safely.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Channel noise stays controlled.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147 / 177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UC26. Kanban And Multi-Agent Work 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A board can turn vague tasks into specs and route them to the right profile.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New backlog item or triage card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Team lead, PM, operator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Specified task and assigned profile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Human-in-loop for priority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Tasks moved to done with 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Agent work needs visible state.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Spec expansion prevents vague autonomous execution.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Profiles can be selected by task type.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Kanban cards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Profile descriptions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Repo/docs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Prior run artifacts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148 / 177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UC26.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Kanban And Multi-Agent Work 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Capture 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Specify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Route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Execute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Attach evidence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Hermes dashboard/kanban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Specifier model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Profiles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Goal-loop orchestrator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Triage card becomes concrete spec; router selects profile; run artifacts feed back into card status.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149 / 177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UC26.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Kanban And Multi-Agent Work 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Define done states.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Require artifact links.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chain QA for multi-skill tasks.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Limit concurrent agents.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Every card has acceptance criteria.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Output artifacts are attached.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Blocked cards show reason.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150 / 177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UC27. Finance Research And Deal Diligence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You.com Finance Research can ground investor, company, and market questions in financial indexes.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Investor prep, market scan, diligence question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Founder, finance, strategy lead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Cited finance brief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Autonomous draft; human verifies before decisions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Diligence cycle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Financial workflows need fresher, structured data.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Finance Research covers filings, fundamentals, market data, and news.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Inline citations support verification.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Company names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SEC filings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Market data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Financial news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Investor profiles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151 / 177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UC27.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Finance Research And Deal Diligence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Frame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Run finance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Extract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Verify citations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Write brief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You.com Finance Research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Spreadsheet tracker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Citation verifier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GBrain write-back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Finance query runs specialized index; results become cited brief; key facts update deal tracker.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152 / 177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UC27.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Finance Research And Deal Diligence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finance mode for finance claims.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Verify material claims against citations.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Avoid investment advice tone.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Store assumptions.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Label outputs as research, not financial advice.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Citations are present.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Numbers have dates.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Risks and uncertainties are explicit.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153 / 177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UC28. Deep Market Research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Hermes can run multi-step market research without forcing the user to manage every query.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Strategic question or market scan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Founder, strategist, consultant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Research report and decision brief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Autonomous research; human validates conclusion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Decision confidence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Complex topics need multiple searches and cross-checking.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You.com Research can carry part of the planning/search burden.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Hermes adds user context and downstream actions.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Research question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Official sources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News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Competitors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Prior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154 / 177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UC28.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Deep Market Research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Recall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Run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Ingest pages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Synthesize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Recommend 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You.com Research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Exa/Firecrawl fallback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GBrain recall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AI analyst validation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Recall prior context; run Research API; ingest key pages; synthesize with confidence and caveats.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155 / 177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UC28.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Deep Market Research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Write research question precisely.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Prefer primary sources.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Mark unsupported claims.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Save source pack.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Report lists source URLs.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Confidence is labeled.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Decision options are concrete.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156 / 177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UC29. Customer And Community Signal Triage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Community threads, support issues, and Reddit signals become a product-opportunity queue.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Scheduled community scan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PM, support lead, marketer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Pain-point table and actions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Draft opportunities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Actionable pains found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Customer language is often outside official docs.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Reddit and forums reveal switching triggers and objections.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Fact-checking prevents overfitting to anecdotes.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Reddit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Forums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Support tickets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Social posts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Docs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157 / 177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UC29.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Customer And Community Signal Triage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Search communities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Cluster pains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Factcheck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Score opportunity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Route 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Reddit skills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You.com Search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Factcheck workflow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Opportunity scorer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Semantic probes find pains; factcheck filters claims; output becomes backlog/opportunity table.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158 / 177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UC29.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Customer And Community Signal Triage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Define target communities.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Separate anecdote from evidence.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exact thread URLs when known.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Review before public response.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Pain points include source snippets/URLs.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Claims are fact-checked.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Actions are assigned owners.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159 / 177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UC30. Automotive POC Factory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Hermes should be tuned to Sheker's real standard: demo on real data, architecture, cost, and business deck.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New automotive GenAI POC request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Enterprise solution architect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POC package: demo, architecture, cost model, deck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Build draft; human validates client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POC readiness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Matches the user's automotive and enterprise standards.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Forces business value before code.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Turns repeatable POC delivery into a governed pipeline.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Account context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Realistic automotive data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Cloud constraints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Stakeholder goals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Prior POCs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160 / 177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UC30.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Automotive POC Factory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Frame business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Use real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Build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Draw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Package deck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USER.md policy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GBrain recall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Architecture-presentation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Draw.io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Branded PPTX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User profile guides scope; GBrain recalls account patterns; skills build demo, architecture, cost, and deck.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161 / 177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UC30.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Automotive POC Factory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Create account-specific POC templates.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Require cost/latency analysis.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Block synthetic-only demos.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Run stakeholder-readiness QA.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Live demo runs on realistic data.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Architecture is production-aware.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Deck explains ROI and path to scale.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162 / 177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UC31. Skill Dependency Hardening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Search-capable skills should prefer wired search tools instead of drifting to generic web search.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Skill creation/update or audit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Agent operator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Patched skill instructions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Autonomous patch with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Search policy compliance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Research skills can silently use weak sources.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You.com/Exa/Firecrawl/Reddit tools should be explicit dependencies.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Goal-loop QA catches isolated skills that do not compound.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SKILL.md files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Tool inventory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Dependency map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Run artifacts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163 / 177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UC31.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Skill Dependency Hardening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Inventory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Find search usage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Patch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Test discovery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Record compliance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Goal-loop orchestrator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You.com skill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Exa/Firecrawl skills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Reddit skills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Skill auditor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Audit skills for search language; patch routing matrix; verify each skill consumes and produces usable artifacts.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164 / 177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UC31.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Skill Dependency Hardening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Add preferred-tool order.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Define fallback conditions.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State handoff artifact.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Run chain QA after patch.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Search dependencies are explicit.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Generic search is fallback only.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Skills produce downstream-ready artifacts.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165 / 177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UC32. Open Source Agent Evaluation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Hermes can compare OpenClaw, Hermes, NanoClaw, and custom harnesses against real workflows.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2788920" cy="437083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USE-CASE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2395728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Trigger: New personal-agent framework appears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User: AI operator, CTO, consultant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Output: Evaluation matrix and recommendation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20" b="0" i="0">
                <a:solidFill>
                  <a:srgbClr val="0A1628"/>
                </a:solidFill>
                <a:latin typeface="Calibri"/>
              </a:rPr>
              <a:t>•  Autonomy: Research and test; human chooses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2803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651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Best-fit harness selected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91056"/>
            <a:ext cx="3886200" cy="437083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9222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338328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The personal-agent space changes fast.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Hands-on trials reveal reliability, bloat, security, and install friction.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30" b="0" i="0">
                <a:solidFill>
                  <a:srgbClr val="1B2B3C"/>
                </a:solidFill>
                <a:latin typeface="Calibri"/>
              </a:rPr>
              <a:t>•  A repeatable test harness prevents hype-driven decisions.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91056"/>
            <a:ext cx="297180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92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4028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GitHub repos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Docs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Install logs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Workflow benchmarks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Security notes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166 / 177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UC32. Realization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Open Source Agent Evaluation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Discover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Define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Install safely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Run benchmarks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75104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664208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18105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Recommend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Solution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You.com Search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GitHub skill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Dogfood tests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Cost monitor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Benchmark rubric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2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Integration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Discover candidates; install in sandbox; run same use-case suite; score outcome and operational risk.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167 / 177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UC32. SOP, Controls,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Open Source Agent Evaluation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separate machine/profile.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Record install failures.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Score on real tasks.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Avoid destructive tests.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Use You.com Search/Research before generic web search.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Route full-page capture to livecrawl/Contents or Firecrawl only when needed.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Keep approval gates for outbound send, payments, permissions, and destructive actions.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 source URLs, run ID, model route, token/cost estimate, and human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27632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2999232" cy="3154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Matrix shows evidence.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Recommendation includes tradeoffs.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Tests are reproducible.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168 / 177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SECTION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905256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Rollout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15184"/>
            <a:ext cx="16459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859536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A practical path from installed Hermes to a governed personal-agent operating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169 / 177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Day 0-7: Foundation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Rollout plan with acceptance criteria.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Install Hermes and verify model provider.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Configure You.com search and extraction policy.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Set SOUL.md, USER.md, MEMORY.md, and project context.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Enable GBrain and Obsidian if memory graph is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Hermes launches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Search smoke test passes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No secrets printed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Profile baseline saved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170 / 177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Day 8-14: Safety And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Rollout plan with acceptance criteria.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Create activity-dependent model routing.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Add cost scan and security audit cron jobs.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Inventory MCP servers and plugins.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Define approval gates.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Budget thresholds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Risk report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Health report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Approval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171 / 177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Day 15-30: Core Productivity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Rollout plan with acceptance criteria.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Build daily brief.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Build pre-call account brief.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Build smart contacts ingestion.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Create relationship nudge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Daily brief delivered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Entity profiles created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Meeting prep accepted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Nudge feedback logged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172 / 177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Day 31-45: Research And Content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Rollout plan with acceptance criteria.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Add signal monitor.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Add YouTube watch research job.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Add deep market research workflow.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Add content/AEO variant pipeline.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Source packs saved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Citations verified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Draft queue created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Performance metrics planned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173 / 177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Day 46-60: Outreach And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Rollout plan with acceptance criteria.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Add investor intelligence tracker.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Add LinkedIn/X engagement queue.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Add finance research mode for diligence.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Keep no-auto-send default.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Tracker populated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Drafts queued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Human approval workflow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Response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174 / 177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Day 61-75: Team/Profiles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Rollout plan with acceptance criteria.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Create role profiles.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Package shared skills and cron jobs.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Expose shared GBrain where appropriate.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Add kanban/task routing.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Role profiles tested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Secrets local only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Tasks route correctly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Access policy documented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175 / 177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Day 76-90: Enterprise POC Factory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Rollout plan with acceptance criteria.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Specialize for automotive accounts.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Create demo/architecture/cost/deck pipeline.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Add draw.io and branded PPTX requirements.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Run stakeholder readiness QA.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Real-data demo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Architecture diagram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Cost model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Business-story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176 / 177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Operating Cadence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9264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Rollout plan with acceptance criteria.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Daily: brief, ingest, signal scan.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Weekly: skill curator, cost review, memory dream review.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Monthly: security, profile, and permission review.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Quarterly: use-case ROI 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27632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Done Means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84632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Run logs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Savings estimate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Skill catalog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Decommission 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+ Realization SOP | Source-backed draft reviewed in PPTX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177 / 177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