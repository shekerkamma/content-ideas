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04672"/>
            <a:ext cx="53035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0C9A7"/>
                </a:solidFill>
                <a:latin typeface="Calibri"/>
              </a:rPr>
              <a:t>REDDIT FACT-CHECK DOSSIER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63093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Agent Validation &amp; Assurance Authority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9631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52928"/>
            <a:ext cx="612648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Calibri"/>
              </a:rPr>
              <a:t>Client-ready draft built from the branded Canva template. The source deck has a separate annotated review copy; this deck summarizes claim risk and evidence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24528"/>
            <a:ext cx="1874519" cy="329184"/>
          </a:xfrm>
          <a:prstGeom prst="round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4297680"/>
            <a:ext cx="166420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40 extracted 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45152"/>
            <a:ext cx="1874519" cy="329184"/>
          </a:xfrm>
          <a:prstGeom prst="round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4718304"/>
            <a:ext cx="166420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33 need Reddit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65776"/>
            <a:ext cx="1874519" cy="329184"/>
          </a:xfrm>
          <a:prstGeom prst="round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5138928"/>
            <a:ext cx="166420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7 need primary-source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87568"/>
            <a:ext cx="39319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FFB800"/>
                </a:solidFill>
                <a:latin typeface="Calibri"/>
              </a:rPr>
              <a:t>Built 2026-06-24 | Status: DRAFT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502920"/>
            <a:ext cx="30175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Evidence pending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1417320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Reddit JSON is not attached yet.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194767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No final verdict is claimed.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247802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Use reviewed only after source QA.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30768" y="5623560"/>
            <a:ext cx="237744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13064" y="5696712"/>
            <a:ext cx="2011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646480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Calibri"/>
              </a:rPr>
              <a:t>Reddit fact-check dossier |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6464808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65760" y="256032"/>
            <a:ext cx="69494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>
                <a:solidFill>
                  <a:srgbClr val="0A1628"/>
                </a:solidFill>
                <a:latin typeface="Calibri"/>
              </a:rPr>
              <a:t>Executive Verdict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722376"/>
            <a:ext cx="64008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1B2B3C"/>
                </a:solidFill>
                <a:latin typeface="Calibri"/>
              </a:rPr>
              <a:t>The deck is ready for evidence collection, not final fact approval.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1234440"/>
            <a:ext cx="1572768" cy="85953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3776" y="1353312"/>
            <a:ext cx="56692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FFB800"/>
                </a:solidFill>
                <a:latin typeface="Calibri"/>
              </a:rPr>
              <a:t>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1325880"/>
            <a:ext cx="749808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alibri"/>
              </a:rPr>
              <a:t>claims extracted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48840" y="1234440"/>
            <a:ext cx="1572768" cy="85953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58568" y="1353312"/>
            <a:ext cx="56692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0A1628"/>
                </a:solidFill>
                <a:latin typeface="Calibri"/>
              </a:rPr>
              <a:t>33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62072" y="1325880"/>
            <a:ext cx="749808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alibri"/>
              </a:rPr>
              <a:t>Reddit-evidence claims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13632" y="1234440"/>
            <a:ext cx="1572768" cy="85953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23360" y="1353312"/>
            <a:ext cx="56692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E05A6B"/>
                </a:solidFill>
                <a:latin typeface="Calibr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26864" y="1325880"/>
            <a:ext cx="749808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alibri"/>
              </a:rPr>
              <a:t>primary-source claims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78424" y="1234440"/>
            <a:ext cx="1572768" cy="85953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88152" y="1353312"/>
            <a:ext cx="56692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F2A83B"/>
                </a:solidFill>
                <a:latin typeface="Calibri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91656" y="1325880"/>
            <a:ext cx="749808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Calibri"/>
              </a:rPr>
              <a:t>mixed evidence claims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2331720"/>
            <a:ext cx="6492240" cy="2148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900"/>
              </a:spcBef>
            </a:pPr>
            <a:r>
              <a:rPr sz="1250" b="0">
                <a:solidFill>
                  <a:srgbClr val="1B2B3C"/>
                </a:solidFill>
                <a:latin typeface="Calibri"/>
              </a:rPr>
              <a:t>- The input deck has a generated annotated review copy with claim rails and Fact Check Notes slides.</a:t>
            </a:r>
          </a:p>
          <a:p>
            <a:pPr algn="l">
              <a:spcBef>
                <a:spcPts val="900"/>
              </a:spcBef>
            </a:pPr>
            <a:r>
              <a:rPr sz="1250" b="0">
                <a:solidFill>
                  <a:srgbClr val="1B2B3C"/>
                </a:solidFill>
                <a:latin typeface="Calibri"/>
              </a:rPr>
              <a:t>- Reddit is the right source for operator language, demand signals, objections, and lived product pain.</a:t>
            </a:r>
          </a:p>
          <a:p>
            <a:pPr algn="l">
              <a:spcBef>
                <a:spcPts val="900"/>
              </a:spcBef>
            </a:pPr>
            <a:r>
              <a:rPr sz="1250" b="0">
                <a:solidFill>
                  <a:srgbClr val="1B2B3C"/>
                </a:solidFill>
                <a:latin typeface="Calibri"/>
              </a:rPr>
              <a:t>- Regulatory, numeric, dated, and named-company claims still need primary-source corroboration.</a:t>
            </a:r>
          </a:p>
          <a:p>
            <a:pPr algn="l">
              <a:spcBef>
                <a:spcPts val="900"/>
              </a:spcBef>
            </a:pPr>
            <a:r>
              <a:rPr sz="1250" b="0">
                <a:solidFill>
                  <a:srgbClr val="1B2B3C"/>
                </a:solidFill>
                <a:latin typeface="Calibri"/>
              </a:rPr>
              <a:t>- This deck must stay draft until Reddit thread JSON and primary sources are attached.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30768" y="502920"/>
            <a:ext cx="30175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Client use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1417320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Decision summary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30768" y="194767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Claim-risk triage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0768" y="247802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Evidence collection roadmap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30768" y="5623560"/>
            <a:ext cx="237744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13064" y="5696712"/>
            <a:ext cx="2011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6032" y="646480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1B2B3C"/>
                </a:solidFill>
                <a:latin typeface="Calibri"/>
              </a:rPr>
              <a:t>Reddit fact-check dossier | confidential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0" y="6464808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1B2B3C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65760" y="256032"/>
            <a:ext cx="69494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Calibri"/>
              </a:rPr>
              <a:t>Reddit Evidence Has Clear Limits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1024128"/>
            <a:ext cx="2176272" cy="318211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4048" y="1024128"/>
            <a:ext cx="2176272" cy="1097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1325880"/>
            <a:ext cx="1874519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0A1628"/>
                </a:solidFill>
                <a:latin typeface="Calibri"/>
              </a:rPr>
              <a:t>Reddit can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1874519"/>
            <a:ext cx="178308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Operator pain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Practitioner language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Vendor complaints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Objections and demand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61488" y="1024128"/>
            <a:ext cx="2176272" cy="318211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61488" y="1024128"/>
            <a:ext cx="2176272" cy="109728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07792" y="1325880"/>
            <a:ext cx="1874519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0A1628"/>
                </a:solidFill>
                <a:latin typeface="Calibri"/>
              </a:rPr>
              <a:t>Reddit cannot prove alone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44368" y="1874519"/>
            <a:ext cx="178308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Market-size numbers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Regulatory meaning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Funding or headcount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Named-company facts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38928" y="1024128"/>
            <a:ext cx="2176272" cy="318211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38928" y="1024128"/>
            <a:ext cx="2176272" cy="10972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85232" y="1325880"/>
            <a:ext cx="1874519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0A1628"/>
                </a:solidFill>
                <a:latin typeface="Calibri"/>
              </a:rPr>
              <a:t>Output standard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21808" y="1874519"/>
            <a:ext cx="178308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Claim IDs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Source metadata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Short rationale</a:t>
            </a:r>
          </a:p>
          <a:p>
            <a:pPr algn="l">
              <a:spcBef>
                <a:spcPts val="900"/>
              </a:spcBef>
            </a:pPr>
            <a:r>
              <a:rPr sz="1019" b="0">
                <a:solidFill>
                  <a:srgbClr val="1B2B3C"/>
                </a:solidFill>
                <a:latin typeface="Calibri"/>
              </a:rPr>
              <a:t>- No opinion-only labels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0768" y="502920"/>
            <a:ext cx="30175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0768" y="1417320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Use Reddit as community evidence.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8" y="194767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Use official sources for hard facts.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0768" y="247802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Label gaps explicitly.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30768" y="5623560"/>
            <a:ext cx="237744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13064" y="5696712"/>
            <a:ext cx="2011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032" y="646480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1B2B3C"/>
                </a:solidFill>
                <a:latin typeface="Calibri"/>
              </a:rPr>
              <a:t>Reddit fact-check dossier | confidential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6464808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1B2B3C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65760" y="256032"/>
            <a:ext cx="69494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Calibri"/>
              </a:rPr>
              <a:t>Claim Triage Prioritizes Reddit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713232"/>
            <a:ext cx="640080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19" b="0">
                <a:solidFill>
                  <a:srgbClr val="1B2B3C"/>
                </a:solidFill>
                <a:latin typeface="Calibri"/>
              </a:rPr>
              <a:t>The biggest review load sits in market-language and operator-pain claims.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" y="1097280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" y="1115568"/>
            <a:ext cx="210312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097280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2 | R2 M0 P0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1399032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" y="1417320"/>
            <a:ext cx="315468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41064" y="1417320"/>
            <a:ext cx="164592" cy="118872"/>
          </a:xfrm>
          <a:prstGeom prst="rect">
            <a:avLst/>
          </a:prstGeom>
          <a:solidFill>
            <a:srgbClr val="F2A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05656" y="1417320"/>
            <a:ext cx="164592" cy="118872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1399032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3 | R1 M1 P1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" y="1700784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" y="1719072"/>
            <a:ext cx="420624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92624" y="1719072"/>
            <a:ext cx="164592" cy="118872"/>
          </a:xfrm>
          <a:prstGeom prst="rect">
            <a:avLst/>
          </a:prstGeom>
          <a:solidFill>
            <a:srgbClr val="F2A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1700784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4 | R3 M1 P0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" y="2002536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" y="2020824"/>
            <a:ext cx="315468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2002536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3 | R3 M0 P0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" y="2304288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" y="2322576"/>
            <a:ext cx="420624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2304288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4 | R4 M0 P0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" y="2606040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" y="2624328"/>
            <a:ext cx="105156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2606040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1 | R1 M0 P0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624" y="2907792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6384" y="2926080"/>
            <a:ext cx="210312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2907792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2 | R2 M0 P0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624" y="3209544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" y="3227832"/>
            <a:ext cx="210312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0" y="3209544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2 | R2 M0 P0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624" y="3511296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S11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384" y="3529584"/>
            <a:ext cx="105156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3511296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1 | R1 M0 P0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0624" y="3813048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6384" y="3831336"/>
            <a:ext cx="315468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941064" y="3831336"/>
            <a:ext cx="164592" cy="118872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920" y="3813048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3 | R2 M0 P1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0624" y="4114800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S13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6384" y="4133088"/>
            <a:ext cx="315468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17920" y="4114800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3 | R3 M0 P0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0624" y="4416552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S14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6384" y="4434840"/>
            <a:ext cx="525780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20" y="4416552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5 | R5 M0 P0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0624" y="4718304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S15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6384" y="4736592"/>
            <a:ext cx="420624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992624" y="4736592"/>
            <a:ext cx="493776" cy="118872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17920" y="4718304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4 | R1 M0 P3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0624" y="5020056"/>
            <a:ext cx="32004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1B2B3C"/>
                </a:solidFill>
                <a:latin typeface="Calibri"/>
              </a:rPr>
              <a:t>S16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6384" y="5038344"/>
            <a:ext cx="3154680" cy="1188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17920" y="5020056"/>
            <a:ext cx="749808" cy="1280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40" b="0">
                <a:solidFill>
                  <a:srgbClr val="1B2B3C"/>
                </a:solidFill>
                <a:latin typeface="Calibri"/>
              </a:rPr>
              <a:t>3 | R3 M0 P0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30768" y="502920"/>
            <a:ext cx="30175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30768" y="1417320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Teal/navy bars show Reddit review load.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194767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Coral marks primary-source risk.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30768" y="247802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Amber means mixed evidence.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30768" y="5623560"/>
            <a:ext cx="237744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13064" y="5696712"/>
            <a:ext cx="2011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56032" y="646480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1B2B3C"/>
                </a:solidFill>
                <a:latin typeface="Calibri"/>
              </a:rPr>
              <a:t>Reddit fact-check dossier | confidential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75120" y="6464808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1B2B3C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65760" y="256032"/>
            <a:ext cx="69494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0A1628"/>
                </a:solidFill>
                <a:latin typeface="Calibri"/>
              </a:rPr>
              <a:t>Priority Checks Before Reviewed Status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" y="960120"/>
            <a:ext cx="6629400" cy="62179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2336" y="960120"/>
            <a:ext cx="73152" cy="621792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1124712"/>
            <a:ext cx="4572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E05A6B"/>
                </a:solidFill>
                <a:latin typeface="Calibri"/>
              </a:rPr>
              <a:t>C-003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5" y="1060704"/>
            <a:ext cx="4434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Calibri"/>
              </a:rPr>
              <a:t>The market moved from "can we build an agent" to "can we tr...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1115568"/>
            <a:ext cx="11887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20" b="0">
                <a:solidFill>
                  <a:srgbClr val="5B6B7C"/>
                </a:solidFill>
                <a:latin typeface="Calibri"/>
              </a:rPr>
              <a:t>Section 3 | Mixed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2336" y="1691640"/>
            <a:ext cx="6629400" cy="62179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2336" y="1691640"/>
            <a:ext cx="73152" cy="621792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1856232"/>
            <a:ext cx="4572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E05A6B"/>
                </a:solidFill>
                <a:latin typeface="Calibri"/>
              </a:rPr>
              <a:t>C-006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5" y="1792224"/>
            <a:ext cx="4434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Calibri"/>
              </a:rPr>
              <a:t>April 17, 2026: regulators handed agentic AI back to the ba...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1847088"/>
            <a:ext cx="11887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20" b="0">
                <a:solidFill>
                  <a:srgbClr val="5B6B7C"/>
                </a:solidFill>
                <a:latin typeface="Calibri"/>
              </a:rPr>
              <a:t>Section 4 | Mixed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2336" y="2423160"/>
            <a:ext cx="6629400" cy="62179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2336" y="2423160"/>
            <a:ext cx="73152" cy="621792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2587752"/>
            <a:ext cx="4572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E05A6B"/>
                </a:solidFill>
                <a:latin typeface="Calibri"/>
              </a:rPr>
              <a:t>C-004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5" y="2523744"/>
            <a:ext cx="4434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Calibri"/>
              </a:rPr>
              <a:t>2026: capability is commoditized; the model is no longer th...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2578608"/>
            <a:ext cx="11887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20" b="0">
                <a:solidFill>
                  <a:srgbClr val="5B6B7C"/>
                </a:solidFill>
                <a:latin typeface="Calibri"/>
              </a:rPr>
              <a:t>Section 3 | Primary source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2336" y="3154680"/>
            <a:ext cx="6629400" cy="62179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2336" y="3154680"/>
            <a:ext cx="73152" cy="621792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3319272"/>
            <a:ext cx="4572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E05A6B"/>
                </a:solidFill>
                <a:latin typeface="Calibri"/>
              </a:rPr>
              <a:t>C-023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5" y="3255264"/>
            <a:ext cx="4434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Calibri"/>
              </a:rPr>
              <a:t>Beachhead: the SR 26-2 vacuum in financial services Banks m...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3310128"/>
            <a:ext cx="11887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20" b="0">
                <a:solidFill>
                  <a:srgbClr val="5B6B7C"/>
                </a:solidFill>
                <a:latin typeface="Calibri"/>
              </a:rPr>
              <a:t>Section 12 | Primary source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2336" y="3886200"/>
            <a:ext cx="6629400" cy="62179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02336" y="3886200"/>
            <a:ext cx="73152" cy="621792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4050791"/>
            <a:ext cx="4572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E05A6B"/>
                </a:solidFill>
                <a:latin typeface="Calibri"/>
              </a:rPr>
              <a:t>C-034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5" y="3986784"/>
            <a:ext cx="44348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Calibri"/>
              </a:rPr>
              <a:t>The dossier maps to exactly what examiners already ask SR 2...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77840" y="4041648"/>
            <a:ext cx="11887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20" b="0">
                <a:solidFill>
                  <a:srgbClr val="5B6B7C"/>
                </a:solidFill>
                <a:latin typeface="Calibri"/>
              </a:rPr>
              <a:t>Section 15 | Primary source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30768" y="502920"/>
            <a:ext cx="30175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Gate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30768" y="1417320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Do not publish as reviewed until these are sourced.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30768" y="194767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Attach official sources for numbers and rules.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30768" y="5623560"/>
            <a:ext cx="237744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13064" y="5696712"/>
            <a:ext cx="2011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6032" y="646480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1B2B3C"/>
                </a:solidFill>
                <a:latin typeface="Calibri"/>
              </a:rPr>
              <a:t>Reddit fact-check dossier | confidential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75120" y="6464808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1B2B3C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749808"/>
            <a:ext cx="62179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Reddit Discovery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389888"/>
            <a:ext cx="612648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Start with generated claim queries, then extract selected threads into JSON.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11680"/>
            <a:ext cx="6126480" cy="3657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121408"/>
            <a:ext cx="438912" cy="1097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>
                <a:solidFill>
                  <a:srgbClr val="00C9A7"/>
                </a:solidFill>
                <a:latin typeface="Calibri"/>
              </a:rPr>
              <a:t>C-001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103120"/>
            <a:ext cx="507492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0">
                <a:solidFill>
                  <a:srgbClr val="FFFFFF"/>
                </a:solidFill>
                <a:latin typeface="Calibri"/>
              </a:rPr>
              <a:t>agent validation authority klarna publicly reversed ai-first support qualit...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6126480" cy="3657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596896"/>
            <a:ext cx="438912" cy="1097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>
                <a:solidFill>
                  <a:srgbClr val="00C9A7"/>
                </a:solidFill>
                <a:latin typeface="Calibri"/>
              </a:rPr>
              <a:t>C-002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578608"/>
            <a:ext cx="507492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0">
                <a:solidFill>
                  <a:srgbClr val="FFFFFF"/>
                </a:solidFill>
                <a:latin typeface="Calibri"/>
              </a:rPr>
              <a:t>agent validation authority blocker same everywhere nobody prove safe run pr...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962656"/>
            <a:ext cx="6126480" cy="3657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072384"/>
            <a:ext cx="438912" cy="1097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>
                <a:solidFill>
                  <a:srgbClr val="00C9A7"/>
                </a:solidFill>
                <a:latin typeface="Calibri"/>
              </a:rPr>
              <a:t>C-003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054096"/>
            <a:ext cx="507492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0">
                <a:solidFill>
                  <a:srgbClr val="FFFFFF"/>
                </a:solidFill>
                <a:latin typeface="Calibri"/>
              </a:rPr>
              <a:t>agent validation authority market moved build trust one race was capability...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438144"/>
            <a:ext cx="6126480" cy="3657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547872"/>
            <a:ext cx="438912" cy="1097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>
                <a:solidFill>
                  <a:srgbClr val="00C9A7"/>
                </a:solidFill>
                <a:latin typeface="Calibri"/>
              </a:rPr>
              <a:t>C-005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3529584"/>
            <a:ext cx="507492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0">
                <a:solidFill>
                  <a:srgbClr val="FFFFFF"/>
                </a:solidFill>
                <a:latin typeface="Calibri"/>
              </a:rPr>
              <a:t>agent validation authority trust now infrastructure problem product feature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913632"/>
            <a:ext cx="6126480" cy="3657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023360"/>
            <a:ext cx="438912" cy="1097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>
                <a:solidFill>
                  <a:srgbClr val="00C9A7"/>
                </a:solidFill>
                <a:latin typeface="Calibri"/>
              </a:rPr>
              <a:t>C-006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005072"/>
            <a:ext cx="507492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0">
                <a:solidFill>
                  <a:srgbClr val="FFFFFF"/>
                </a:solidFill>
                <a:latin typeface="Calibri"/>
              </a:rPr>
              <a:t>agent validation authority april regulators handed agentic back banks occ f...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389120"/>
            <a:ext cx="6126480" cy="3657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498848"/>
            <a:ext cx="438912" cy="1097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>
                <a:solidFill>
                  <a:srgbClr val="00C9A7"/>
                </a:solidFill>
                <a:latin typeface="Calibri"/>
              </a:rPr>
              <a:t>C-007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4480560"/>
            <a:ext cx="507492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0">
                <a:solidFill>
                  <a:srgbClr val="FFFFFF"/>
                </a:solidFill>
                <a:latin typeface="Calibri"/>
              </a:rPr>
              <a:t>agent validation authority one sentence defines moment generative agentic m...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864608"/>
            <a:ext cx="6126480" cy="3657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974336"/>
            <a:ext cx="438912" cy="1097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00" b="1">
                <a:solidFill>
                  <a:srgbClr val="00C9A7"/>
                </a:solidFill>
                <a:latin typeface="Calibri"/>
              </a:rPr>
              <a:t>C-008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4956048"/>
            <a:ext cx="5074920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40" b="0">
                <a:solidFill>
                  <a:srgbClr val="FFFFFF"/>
                </a:solidFill>
                <a:latin typeface="Calibri"/>
              </a:rPr>
              <a:t>agent validation authority examiners still ask what your monitoring framewo...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8" y="502920"/>
            <a:ext cx="30175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1417320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Capture Reddit URLs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194767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Run thread extractor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0768" y="247802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Score evidence pack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8" y="3008376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Regenerate reviewed deck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30768" y="5623560"/>
            <a:ext cx="237744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13064" y="5696712"/>
            <a:ext cx="2011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" y="646480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Calibri"/>
              </a:rPr>
              <a:t>Reddit fact-check dossier |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6464808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65760" y="256032"/>
            <a:ext cx="69494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1">
                <a:solidFill>
                  <a:srgbClr val="0A1628"/>
                </a:solidFill>
                <a:latin typeface="Calibri"/>
              </a:rPr>
              <a:t>Delivery Artifacts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1078992"/>
            <a:ext cx="6537960" cy="749808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1480" y="1078992"/>
            <a:ext cx="82296" cy="7498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" y="1188719"/>
            <a:ext cx="175564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19" b="1">
                <a:solidFill>
                  <a:srgbClr val="0A1628"/>
                </a:solidFill>
                <a:latin typeface="Calibri"/>
              </a:rPr>
              <a:t>Annotated source deck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05456" y="1207007"/>
            <a:ext cx="2286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0">
                <a:solidFill>
                  <a:srgbClr val="1B2B3C"/>
                </a:solidFill>
                <a:latin typeface="Calibri"/>
              </a:rPr>
              <a:t>Original review copy with claim rails and Fact Check Notes.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1243584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5B6B7C"/>
                </a:solidFill>
                <a:latin typeface="Calibri"/>
              </a:rPr>
              <a:t>PPTX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1993391"/>
            <a:ext cx="6537960" cy="749808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1993391"/>
            <a:ext cx="82296" cy="74980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" y="2103120"/>
            <a:ext cx="175564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19" b="1">
                <a:solidFill>
                  <a:srgbClr val="0A1628"/>
                </a:solidFill>
                <a:latin typeface="Calibri"/>
              </a:rPr>
              <a:t>Evidence report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05456" y="2121408"/>
            <a:ext cx="2286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0">
                <a:solidFill>
                  <a:srgbClr val="1B2B3C"/>
                </a:solidFill>
                <a:latin typeface="Calibri"/>
              </a:rPr>
              <a:t>Markdown audit trail with claims, queries, and limitations.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6360" y="2157984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5B6B7C"/>
                </a:solidFill>
                <a:latin typeface="Calibri"/>
              </a:rPr>
              <a:t>MD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2907791"/>
            <a:ext cx="6537960" cy="749808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11480" y="2907791"/>
            <a:ext cx="82296" cy="749808"/>
          </a:xfrm>
          <a:prstGeom prst="rect">
            <a:avLst/>
          </a:prstGeom>
          <a:solidFill>
            <a:srgbClr val="F2A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" y="3017520"/>
            <a:ext cx="175564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19" b="1">
                <a:solidFill>
                  <a:srgbClr val="0A1628"/>
                </a:solidFill>
                <a:latin typeface="Calibri"/>
              </a:rPr>
              <a:t>Machine artifacts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05456" y="3035808"/>
            <a:ext cx="2286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0">
                <a:solidFill>
                  <a:srgbClr val="1B2B3C"/>
                </a:solidFill>
                <a:latin typeface="Calibri"/>
              </a:rPr>
              <a:t>JSON source for repeatable scoring and regeneration.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66360" y="3072384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5B6B7C"/>
                </a:solidFill>
                <a:latin typeface="Calibri"/>
              </a:rPr>
              <a:t>JSON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30768" y="502920"/>
            <a:ext cx="30175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Use case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1417320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Source deck: editing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30768" y="194767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Dossier: executive readout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0768" y="247802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JSON: reproducibility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30768" y="5623560"/>
            <a:ext cx="237744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13064" y="5696712"/>
            <a:ext cx="2011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6032" y="646480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1B2B3C"/>
                </a:solidFill>
                <a:latin typeface="Calibri"/>
              </a:rPr>
              <a:t>Reddit fact-check dossier | confidential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0" y="6464808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1B2B3C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65760" y="457200"/>
            <a:ext cx="13716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00C9A7"/>
                </a:solidFill>
                <a:latin typeface="Calibri"/>
              </a:rPr>
              <a:t>DECISION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914400"/>
            <a:ext cx="6492240" cy="8046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Move From Claim Extraction To Evidence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2057400"/>
            <a:ext cx="6309360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1100"/>
              </a:spcBef>
            </a:pPr>
            <a:r>
              <a:rPr sz="1300" b="0">
                <a:solidFill>
                  <a:srgbClr val="1B2B3C"/>
                </a:solidFill>
                <a:latin typeface="Calibri"/>
              </a:rPr>
              <a:t>- Keep the annotated source deck as the working edit layer.</a:t>
            </a:r>
          </a:p>
          <a:p>
            <a:pPr algn="l">
              <a:spcBef>
                <a:spcPts val="1100"/>
              </a:spcBef>
            </a:pPr>
            <a:r>
              <a:rPr sz="1300" b="0">
                <a:solidFill>
                  <a:srgbClr val="1B2B3C"/>
                </a:solidFill>
                <a:latin typeface="Calibri"/>
              </a:rPr>
              <a:t>- Attach Reddit thread JSON and official sources for high-risk claims.</a:t>
            </a:r>
          </a:p>
          <a:p>
            <a:pPr algn="l">
              <a:spcBef>
                <a:spcPts val="1100"/>
              </a:spcBef>
            </a:pPr>
            <a:r>
              <a:rPr sz="1300" b="0">
                <a:solidFill>
                  <a:srgbClr val="1B2B3C"/>
                </a:solidFill>
                <a:latin typeface="Calibri"/>
              </a:rPr>
              <a:t>- Regenerate reviewed outputs only after evidence inspection and PPTX QA.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736592"/>
            <a:ext cx="6400800" cy="38404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4837176"/>
            <a:ext cx="58521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40" b="1">
                <a:solidFill>
                  <a:srgbClr val="0A1628"/>
                </a:solidFill>
                <a:latin typeface="Calibri"/>
              </a:rPr>
              <a:t>Current status: DRAFT, not a final Reddit-verified verdict.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30768" y="502920"/>
            <a:ext cx="301752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Reviewed when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0768" y="1417320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Reddit evidence captured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0768" y="194767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Primary facts sourced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8" y="247802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Deck QA passed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30768" y="5623560"/>
            <a:ext cx="237744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13064" y="5696712"/>
            <a:ext cx="201168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6032" y="646480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1B2B3C"/>
                </a:solidFill>
                <a:latin typeface="Calibri"/>
              </a:rPr>
              <a:t>Reddit fact-check dossier | confidential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6464808"/>
            <a:ext cx="64008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1B2B3C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10912</Words>
  <Application>Microsoft Office PowerPoint</Application>
  <PresentationFormat>Widescreen</PresentationFormat>
  <Paragraphs>1188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sheker kamma</dc:creator>
  <cp:keywords/>
  <dc:description>generated using python-pptx</dc:description>
  <cp:lastModifiedBy>sheker kamma</cp:lastModifiedBy>
  <cp:revision>1</cp:revision>
  <dcterms:created xsi:type="dcterms:W3CDTF">2013-01-27T09:14:16Z</dcterms:created>
  <dcterms:modified xsi:type="dcterms:W3CDTF">2026-05-25T15:25:33Z</dcterms:modified>
  <cp:category/>
</cp:coreProperties>
</file>