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REDDIT FACT-CHECK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8638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Agent Validation &amp; Assurance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406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Draft executive summary of claim triage and Reddit evidence requirements. The annotated source deck is generated separately and remains the working review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Status: DRAFT | Built 2026-06-24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914400"/>
            <a:ext cx="246888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Reddit evidence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874519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Do not treat this as a completed factual verdict until Reddit threads are captured and reviewed.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Executive Verdict: Evidence Collection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Claim extraction is complete; Reddit verification is the next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65376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677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Claims extracted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91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865376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67712"/>
            <a:ext cx="22677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Need Reddit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65376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E05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267712"/>
            <a:ext cx="22677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Primary-source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91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865376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2A83B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267712"/>
            <a:ext cx="22677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Mixed evidence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The source deck has an annotated review copy with claim rails and appended Fact Check Notes slides.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Most claims are market-language, pain, adoption, and positioning claims where Reddit can provide useful operator evidence.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Numeric, regulatory, named-company, and date claims must remain blocked until primary sources are attached.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•  No Reddit thread JSON is currently attached, so the dossier is draft rather than reviewed.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Reddit Evidence Has Clear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Reddit to validate community language and pain; use primary sources for hard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566160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31546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Reddit Can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96896"/>
            <a:ext cx="3063240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Operator pain and objections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Practitioner language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Vendor complaints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Demand signals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Repeated failure themes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3566160" cy="12801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546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Reddit Cannot Prove Alone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596896"/>
            <a:ext cx="3063240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Market-size numbers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Regulatory interpretation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Named-company facts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Funding/headcount/status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Forecasts and dated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566160" cy="12801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15468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Required Output 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596896"/>
            <a:ext cx="3063240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Claim ID traceability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Source URL metadata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Short evidence rationale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Limits stated clearly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No opinion-only verdicts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Claim Triage Prioritizes Reddit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Highest-risk claims combine public facts, dates, named entities, or quantified assertions.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1645920"/>
            <a:ext cx="3255264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45752" y="1609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2 claims  |  Reddit 2  Primary 0  Mixed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1956816"/>
            <a:ext cx="4882896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61888" y="1956816"/>
            <a:ext cx="310896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956816"/>
            <a:ext cx="310896" cy="16459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192024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3 claims  |  Reddit 1  Primary 1  Mixed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95144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267712"/>
            <a:ext cx="6510528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267712"/>
            <a:ext cx="310896" cy="16459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2" y="2231136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4 claims  |  Reddit 3  Primary 0  Mixed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06039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2578608"/>
            <a:ext cx="4882896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254203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3 claims  |  Reddit 3  Primary 0  Mixed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16935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2889503"/>
            <a:ext cx="6510528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852927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4 claims  |  Reddit 4  Primary 0  Mixed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27831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" y="3200399"/>
            <a:ext cx="1627632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3163823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1 claims  |  Reddit 1  Primary 0  Mixed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38727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" y="3511295"/>
            <a:ext cx="3255264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5752" y="347471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2 claims  |  Reddit 2  Primary 0  Mixed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49624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2" y="3822191"/>
            <a:ext cx="3255264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378561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2 claims  |  Reddit 2  Primary 0  Mixed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60520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" y="4133087"/>
            <a:ext cx="1627632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2" y="409651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1 claims  |  Reddit 1  Primary 0  Mixed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71416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" y="4443983"/>
            <a:ext cx="4882896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61888" y="4443983"/>
            <a:ext cx="310896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5752" y="4407407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3 claims  |  Reddit 2  Primary 1  Mixed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782312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8992" y="4754879"/>
            <a:ext cx="4882896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5752" y="4718303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3 claims  |  Reddit 3  Primary 0  Mixed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93207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8992" y="5065775"/>
            <a:ext cx="813816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2" y="502919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5 claims  |  Reddit 5  Primary 0  Mixed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04103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8992" y="5376671"/>
            <a:ext cx="6510528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20" y="5376671"/>
            <a:ext cx="932688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45752" y="534009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4 claims  |  Reddit 1  Primary 3  Mixed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14999"/>
            <a:ext cx="4389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" y="5687567"/>
            <a:ext cx="4882896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5752" y="565099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3 claims  |  Reddit 3  Primary 0  Mixed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163056"/>
            <a:ext cx="1109441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Color key: teal = Reddit evidence; coral = primary source required; amber = mixed.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Priority Checks Before Reviewed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These claims create the most credibility risk if unsupported.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19072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April 17, 2026: regulators handed agentic AI back to the banks SR 26-2 (OCC / Fed / FDIC) replaced SR 11-7 — the 15-y...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556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4 | Mixed: Reddit + primary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0008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87168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68879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Beachhead: the SR 26-2 vacuum in financial services Banks must self-determine agentic-AI controls — and have nothing.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05456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12 | Primary source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9815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99815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36975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18687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The dossier maps to exactly what examiners already ask SR 26-2 keeps three validation pillars: conceptual soundness,...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55263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15 | Primary source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9624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9624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86784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68496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Add the agentic layer SR 26-2 omits: tool-call safety, autonomy bounds, multi-agent error propagation.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00507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15 | Primary source required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9432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599432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36592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18304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Anchor to NIST AI RMF + ISO/IEC 42001 so it reads as standard, not startup.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7548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15 | Primary source required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49240"/>
            <a:ext cx="11094415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349240"/>
            <a:ext cx="109728" cy="67665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0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E05A6B"/>
                </a:solidFill>
                <a:latin typeface="Calibri"/>
              </a:rPr>
              <a:t>C-003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468112"/>
            <a:ext cx="68580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The market moved from "can we build an agent" to "can we trust one" 2023–24: the race was capability — frameworks, mo...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50468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Section 3 | Mixed: Reddit + primary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Reddit Discovery Pack: Start With These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These queries are generated from the deck claims and should feed thread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klarna publicly reversed ai-first support quality tanked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3911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39112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blocker same everywhere nobody prove safe run proof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7802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78024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market moved build trust one race was capability frameworks models demos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16936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trust now infrastructure problem product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5584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55848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april regulators handed agentic back banks occ fed fdic replaced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94760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one sentence defines moment generative agentic models within scope guidance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3367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33672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examiners still ask what your monitoring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72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672584"/>
            <a:ext cx="10012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validation authority what your effective challenge you name person whose examination finding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23560"/>
            <a:ext cx="11094415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728655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Next action: capture Reddit URLs/JSON, rerun evidence scoring, regenerate annotated deck and this dossier as reviewed.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Delivery Artifacts Are Split By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Source-review deck for edits; executive dossier for decision and prioritization.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37160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Annotated Source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476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Original PPTX review copy with fact-check rails and Fact Check Notes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agent-validation-authority-reddit-factchecked-draft.pptx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53512"/>
            <a:ext cx="1109441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137160" cy="9601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9981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Evidence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1810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Markdown audit trail with every claim, evidence need, query, and limitation.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9067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reddit-factcheck-report.md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23944"/>
            <a:ext cx="11094415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137160" cy="9601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024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Machine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288536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JSON source for repeatable scoring and deck regeneration.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26110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claim-pack.json / document-segments.json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Move From Claim Extraction To Evidence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•  Keep the annotated source deck as the working edit layer.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•  Attach Reddit thread JSON and primary sources for high-risk claims.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•  Regenerate reviewed outputs only after evidence inspection and PPTX QA.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11094415" cy="502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541264"/>
            <a:ext cx="106920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Current status: DRAFT, not a final Reddit-verified verdict.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Reddit Fact-Check Dossier | Agent Validation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