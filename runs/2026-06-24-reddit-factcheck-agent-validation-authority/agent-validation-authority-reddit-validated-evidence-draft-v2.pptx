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1" r:id="rId52"/>
    <p:sldId id="300" r:id="rId51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2139696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C-001  No Reddit evidence (low)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Klarna publicly reversed its AI-first support after quality tanked.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4D399"/>
                </a:solidFill>
              </a:rPr>
              <a:t>C-002  Reddit-supported (high)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The blocker is the same everywhere: *nobody can prove the agent is safe to run.* That proof...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2852928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8BDF8"/>
                </a:solidFill>
              </a:rPr>
              <a:t>C-003  Reddit signal + primary source (mixed)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The market moved from "can we build an agent" to "can we trust one" 2023–24: the race was c...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8BDF8"/>
                </a:solidFill>
              </a:rPr>
              <a:t>C-004  Primary source required (source)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2026: capability is commoditized; **the model is no longer the moat.** The new question is...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4D399"/>
                </a:solidFill>
              </a:rPr>
              <a:t>C-005  Reddit-supported (high)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*Trust is now an infrastructure problem before it is a product feature.*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3072384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8BDF8"/>
                </a:solidFill>
              </a:rPr>
              <a:t>C-006  Primary source required (source)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April 17, 2026: regulators handed agentic AI back to the banks **SR 26-2** (OCC / Fed / FDI...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C-007  No Reddit evidence (low)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One sentence defines the moment: *"Generative AI and agentic AI models… are not within the...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4D399"/>
                </a:solidFill>
              </a:rPr>
              <a:t>C-008  Reddit-supported (high)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Examiners still ask: *"What is your monitoring framework?</a:t>
            </a:r>
          </a:p>
          <a:p>
            <a:pPr>
              <a:spcBef>
                <a:spcPts val="400"/>
              </a:spcBef>
            </a:pPr>
            <a:r>
              <a:rPr sz="600" b="1">
                <a:solidFill>
                  <a:srgbClr val="8E99B2"/>
                </a:solidFill>
              </a:rPr>
              <a:t>+ 1 more in Fact Check Notes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2852928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C-010  Weak Reddit support (low)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The pain is deployed, not hypothetical — and it is failing **Wendy's FreshAI** takes drive-...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C-011  No Reddit evidence (low)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Manual QA covers ~100 scenarios; real users trigger millions.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4D399"/>
                </a:solidFill>
              </a:rPr>
              <a:t>C-012  Reddit-supported (high)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The gap between "deployed" and "validated" is where we live.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3072384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C-013  Weak Reddit support (low)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Nobody independent can grade the agents — the labs grade themselves Foundation labs ship na...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C-014  No Reddit evidence (low)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Eval vendors (Braintrust, Arize, Patronus) sell tooling to the **builder**, not assurance t...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4D399"/>
                </a:solidFill>
              </a:rPr>
              <a:t>C-015  Reddit-supported (medium)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Internal model-risk teams have no agent-native method.</a:t>
            </a:r>
          </a:p>
          <a:p>
            <a:pPr>
              <a:spcBef>
                <a:spcPts val="400"/>
              </a:spcBef>
            </a:pPr>
            <a:r>
              <a:rPr sz="600" b="1">
                <a:solidFill>
                  <a:srgbClr val="8E99B2"/>
                </a:solidFill>
              </a:rPr>
              <a:t>+ 1 more in Fact Check Notes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1426464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4D399"/>
                </a:solidFill>
              </a:rPr>
              <a:t>C-017  Reddit-supported (high)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Certify the agent.** *Nobody owns it.* That is our lane: the independent referee for the ot...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2139696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C-018  No Reddit evidence (low)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Our position: certify the autonomous agent before it ships Package agent assurance as a **h...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4D399"/>
                </a:solidFill>
              </a:rPr>
              <a:t>C-019  Reddit-supported (high)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Output the buyer can show a regulator, a board, or a court.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2139696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4D399"/>
                </a:solidFill>
              </a:rPr>
              <a:t>C-020  Reddit-supported (medium)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What we are: the UL / SOC-2 for AI agents An **independent authority** whose stamp the mark...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C-021  Weak Reddit support (low)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Independence is not a feature — it is the entire product.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1426464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4D399"/>
                </a:solidFill>
              </a:rPr>
              <a:t>C-022  Reddit-supported (high)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Deliverable: a report the buyer hands their examiner + a live assurance dashboard + a time-...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2852928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8BDF8"/>
                </a:solidFill>
              </a:rPr>
              <a:t>C-023  Primary source required (source)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Beachhead: the SR 26-2 vacuum in financial services Banks must self-determine agentic-AI co...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4D399"/>
                </a:solidFill>
              </a:rPr>
              <a:t>C-024  Reddit-supported (high)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The buyer and budget already exist: **model risk / AI governance** is a mandated function.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C-025  No Reddit evidence (low)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The regulatory vacuum is the opening; the coming AI RFI is the deadline.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2852928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C-026  No Reddit evidence (low)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We don't certify chatbots — we validate the agents MRM can't Skip the BAU: generic support...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C-027  No Reddit evidence (low)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**AML / fraud investigation** agents → SAR quality.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4D399"/>
                </a:solidFill>
              </a:rPr>
              <a:t>C-028  Reddit-supported (medium)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**SecOps auto-remediation** → audit risk.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3072384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4D399"/>
                </a:solidFill>
              </a:rPr>
              <a:t>C-029  Reddit-supported (high)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Sell to the CRO; the examiner is the judge **Economic buyer:** Head of Model Risk / Chief R...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C-030  No Reddit evidence (low)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**Champion:** the AI-governance lead whose job is impossible without us.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C-031  No Reddit evidence (low)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**User:** the line-of-business that must pass our gate to ship.</a:t>
            </a:r>
          </a:p>
          <a:p>
            <a:pPr>
              <a:spcBef>
                <a:spcPts val="400"/>
              </a:spcBef>
            </a:pPr>
            <a:r>
              <a:rPr sz="600" b="1">
                <a:solidFill>
                  <a:srgbClr val="8E99B2"/>
                </a:solidFill>
              </a:rPr>
              <a:t>+ 2 more in Fact Check Notes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3072384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8BDF8"/>
                </a:solidFill>
              </a:rPr>
              <a:t>C-034  Primary source required (source)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The dossier maps to exactly what examiners already ask SR 26-2 keeps three validation pilla...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8BDF8"/>
                </a:solidFill>
              </a:rPr>
              <a:t>C-035  Primary source required (source)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Add the agentic layer SR 26-2 omits: tool-call safety, autonomy bounds, multi-agent error p...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8BDF8"/>
                </a:solidFill>
              </a:rPr>
              <a:t>C-036  Primary source required (source)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Anchor to NIST AI RMF + ISO/IEC 42001 so it reads as standard, not startup.</a:t>
            </a:r>
          </a:p>
          <a:p>
            <a:pPr>
              <a:spcBef>
                <a:spcPts val="400"/>
              </a:spcBef>
            </a:pPr>
            <a:r>
              <a:rPr sz="600" b="1">
                <a:solidFill>
                  <a:srgbClr val="8E99B2"/>
                </a:solidFill>
              </a:rPr>
              <a:t>+ 1 more in Fact Check Notes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2852928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C-038  Weak Reddit support (low)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**Subscription:** annual per-agent continuous assurance — drift, re-validation, exam suppor...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C-039  No Reddit evidence (low)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Buyer-funded, sits in the audit/MRM budget line — not a new category to justify.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C-040  No Reddit evidence (low)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Pilot proves demand; subscription is the annuity.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C-001: No Reddit evidence (low)</a:t>
            </a:r>
          </a:p>
          <a:p>
            <a:r>
              <a:rPr sz="800" b="0">
                <a:solidFill>
                  <a:srgbClr val="F5F8FC"/>
                </a:solidFill>
              </a:rPr>
              <a:t>Klarna publicly reversed its AI-first support after quality tanked.</a:t>
            </a:r>
          </a:p>
          <a:p>
            <a:r>
              <a:rPr sz="800" b="0">
                <a:solidFill>
                  <a:srgbClr val="F5F8FC"/>
                </a:solidFill>
              </a:rPr>
              <a:t>Reddit query: klarna publicly reversed ai-first support quality tanked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4D399"/>
                </a:solidFill>
              </a:rPr>
              <a:t>C-002: Reddit-supported (high)</a:t>
            </a:r>
          </a:p>
          <a:p>
            <a:r>
              <a:rPr sz="800" b="0">
                <a:solidFill>
                  <a:srgbClr val="F5F8FC"/>
                </a:solidFill>
              </a:rPr>
              <a:t>The blocker is the same everywhere: *nobody can prove the agent is safe to run.* That proof is a market.</a:t>
            </a:r>
          </a:p>
          <a:p>
            <a:r>
              <a:rPr sz="800" b="0">
                <a:solidFill>
                  <a:srgbClr val="F5F8FC"/>
                </a:solidFill>
              </a:rPr>
              <a:t>Reddit query: blocker same everywhere nobody prove safe run proof market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AI AGENTS today are far more DANGEROUS that you think I know it's a long post, but I think this is something AI industry needs to talk about more. I'd love to hear...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runs/2026-06-24-reddit-factcheck-agent-validation-authority/reddit-evidence-raw/reddit-thread-02.json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8BDF8"/>
                </a:solidFill>
              </a:rPr>
              <a:t>C-003: Reddit signal + primary source (mixed)</a:t>
            </a:r>
          </a:p>
          <a:p>
            <a:r>
              <a:rPr sz="800" b="0">
                <a:solidFill>
                  <a:srgbClr val="F5F8FC"/>
                </a:solidFill>
              </a:rPr>
              <a:t>The market moved from "can we build an agent" to "can we trust one" 2023–24: the race was capability — frameworks, models, demos.</a:t>
            </a:r>
          </a:p>
          <a:p>
            <a:r>
              <a:rPr sz="800" b="0">
                <a:solidFill>
                  <a:srgbClr val="F5F8FC"/>
                </a:solidFill>
              </a:rPr>
              <a:t>Reddit query: market moved build trust one race was capability frameworks models demos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AI AGENTS today are far more DANGEROUS that you think I know it's a long post, but I think this is something AI industry needs to talk about more. I'd love to hear...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runs/2026-06-24-reddit-factcheck-agent-validation-authority/reddit-evidence-raw/reddit-thread-02.json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8BDF8"/>
                </a:solidFill>
              </a:rPr>
              <a:t>C-004: Primary source required (source)</a:t>
            </a:r>
          </a:p>
          <a:p>
            <a:r>
              <a:rPr sz="800" b="0">
                <a:solidFill>
                  <a:srgbClr val="F5F8FC"/>
                </a:solidFill>
              </a:rPr>
              <a:t>2026: capability is commoditized; **the model is no longer the moat.** The new question is operational: predict it, audit it, roll it back.</a:t>
            </a:r>
          </a:p>
          <a:p>
            <a:r>
              <a:rPr sz="800" b="0">
                <a:solidFill>
                  <a:srgbClr val="F5F8FC"/>
                </a:solidFill>
              </a:rPr>
              <a:t>Reddit query: capability commoditized model longer moat new question operational predict audit roll back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You're right that none of the individual techniques are new. OSINT practitioners have been doing all of this manually for years and data aggregators have been runni...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runs/2026-06-24-reddit-factcheck-agent-validation-authority/reddit-evidence-raw/reddit-thread-02.json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319272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4D399"/>
                </a:solidFill>
              </a:rPr>
              <a:t>C-005: Reddit-supported (high)</a:t>
            </a:r>
          </a:p>
          <a:p>
            <a:r>
              <a:rPr sz="800" b="0">
                <a:solidFill>
                  <a:srgbClr val="F5F8FC"/>
                </a:solidFill>
              </a:rPr>
              <a:t>*Trust is now an infrastructure problem before it is a product feature.*</a:t>
            </a:r>
          </a:p>
          <a:p>
            <a:r>
              <a:rPr sz="800" b="0">
                <a:solidFill>
                  <a:srgbClr val="F5F8FC"/>
                </a:solidFill>
              </a:rPr>
              <a:t>Reddit query: trust now infrastructure problem product feature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I built an airgapped agent governance system in a week by changing how I use LLMs I want to share a concrete example of what 100% AI-native workflows can accomplish...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runs/2026-06-24-reddit-factcheck-agent-validation-authority/reddit-evidence-raw/reddit-thread-06.json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8BDF8"/>
                </a:solidFill>
              </a:rPr>
              <a:t>C-006: Primary source required (source)</a:t>
            </a:r>
          </a:p>
          <a:p>
            <a:r>
              <a:rPr sz="800" b="0">
                <a:solidFill>
                  <a:srgbClr val="F5F8FC"/>
                </a:solidFill>
              </a:rPr>
              <a:t>April 17, 2026: regulators handed agentic AI back to the banks **SR 26-2** (OCC / Fed / FDIC) replaced SR 11-7 — the 15-year model-risk rulebook.</a:t>
            </a:r>
          </a:p>
          <a:p>
            <a:r>
              <a:rPr sz="800" b="0">
                <a:solidFill>
                  <a:srgbClr val="F5F8FC"/>
                </a:solidFill>
              </a:rPr>
              <a:t>Reddit query: april regulators handed back banks occ fed fdic replaced year model-risk rulebook</a:t>
            </a:r>
          </a:p>
          <a:p>
            <a:r>
              <a:rPr sz="800" b="0">
                <a:solidFill>
                  <a:srgbClr val="F5F8FC"/>
                </a:solidFill>
              </a:rPr>
              <a:t>Reddit can provide community signal; this claim still needs a primary source.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C-007: No Reddit evidence (low)</a:t>
            </a:r>
          </a:p>
          <a:p>
            <a:r>
              <a:rPr sz="800" b="0">
                <a:solidFill>
                  <a:srgbClr val="F5F8FC"/>
                </a:solidFill>
              </a:rPr>
              <a:t>One sentence defines the moment: *"Generative AI and agentic AI models… are not within the scope of this guidance."* Translation: banks own agentic-AI governance with **no playbook** —...</a:t>
            </a:r>
          </a:p>
          <a:p>
            <a:r>
              <a:rPr sz="800" b="0">
                <a:solidFill>
                  <a:srgbClr val="F5F8FC"/>
                </a:solidFill>
              </a:rPr>
              <a:t>Reddit query: one sentence defines moment generative models within scope guidance translation banks own agentic-ai governance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319272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4D399"/>
                </a:solidFill>
              </a:rPr>
              <a:t>C-008: Reddit-supported (high)</a:t>
            </a:r>
          </a:p>
          <a:p>
            <a:r>
              <a:rPr sz="800" b="0">
                <a:solidFill>
                  <a:srgbClr val="F5F8FC"/>
                </a:solidFill>
              </a:rPr>
              <a:t>Examiners still ask: *"What is your monitoring framework?</a:t>
            </a:r>
          </a:p>
          <a:p>
            <a:r>
              <a:rPr sz="800" b="0">
                <a:solidFill>
                  <a:srgbClr val="F5F8FC"/>
                </a:solidFill>
              </a:rPr>
              <a:t>Reddit query: examiners still ask what your monitoring framework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What are the real challenges of automating with AI agents? Automating with Agentic AI can get messy behind the scenes. Maybe a workflow breaks without context. Mayb...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runs/2026-06-24-reddit-factcheck-agent-validation-authority/reddit-evidence-raw/reddit-thread-03.json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544568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4D399"/>
                </a:solidFill>
              </a:rPr>
              <a:t>C-009: Reddit-supported (high)</a:t>
            </a:r>
          </a:p>
          <a:p>
            <a:r>
              <a:rPr sz="800" b="0">
                <a:solidFill>
                  <a:srgbClr val="F5F8FC"/>
                </a:solidFill>
              </a:rPr>
              <a:t>What is your effective challenge?"* &gt; "Can you name the person whose name should be on the examination finding?"</a:t>
            </a:r>
          </a:p>
          <a:p>
            <a:r>
              <a:rPr sz="800" b="0">
                <a:solidFill>
                  <a:srgbClr val="F5F8FC"/>
                </a:solidFill>
              </a:rPr>
              <a:t>Reddit query: what your effective challenge you name person whose examination finding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AI AGENTS today are far more DANGEROUS that you think I know it's a long post, but I think this is something AI industry needs to talk about more. I'd love to hear...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runs/2026-06-24-reddit-factcheck-agent-validation-authority/reddit-evidence-raw/reddit-thread-02.json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C-010: Weak Reddit support (low)</a:t>
            </a:r>
          </a:p>
          <a:p>
            <a:r>
              <a:rPr sz="800" b="0">
                <a:solidFill>
                  <a:srgbClr val="F5F8FC"/>
                </a:solidFill>
              </a:rPr>
              <a:t>The pain is deployed, not hypothetical — and it is failing **Wendy's FreshAI** takes drive-thru orders end-to-end; **Mercedes MBUX**, **Home Depot Magic Apron** run live.</a:t>
            </a:r>
          </a:p>
          <a:p>
            <a:r>
              <a:rPr sz="800" b="0">
                <a:solidFill>
                  <a:srgbClr val="F5F8FC"/>
                </a:solidFill>
              </a:rPr>
              <a:t>Reddit query: pain deployed hypothetical failing wendy freshai takes drive-thru orders end-to-end mercedes mbux home depot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AI AGENTS today are far more DANGEROUS that you think I know it's a long post, but I think this is something AI industry needs to talk about more. I'd love to hear...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runs/2026-06-24-reddit-factcheck-agent-validation-authority/reddit-evidence-raw/reddit-thread-02.json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C-011: No Reddit evidence (low)</a:t>
            </a:r>
          </a:p>
          <a:p>
            <a:r>
              <a:rPr sz="800" b="0">
                <a:solidFill>
                  <a:srgbClr val="F5F8FC"/>
                </a:solidFill>
              </a:rPr>
              <a:t>Manual QA covers ~100 scenarios; real users trigger millions.</a:t>
            </a:r>
          </a:p>
          <a:p>
            <a:r>
              <a:rPr sz="800" b="0">
                <a:solidFill>
                  <a:srgbClr val="F5F8FC"/>
                </a:solidFill>
              </a:rPr>
              <a:t>Reddit query: manual covers scenarios real users trigger millions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319272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4D399"/>
                </a:solidFill>
              </a:rPr>
              <a:t>C-012: Reddit-supported (high)</a:t>
            </a:r>
          </a:p>
          <a:p>
            <a:r>
              <a:rPr sz="800" b="0">
                <a:solidFill>
                  <a:srgbClr val="F5F8FC"/>
                </a:solidFill>
              </a:rPr>
              <a:t>The gap between "deployed" and "validated" is where we live.</a:t>
            </a:r>
          </a:p>
          <a:p>
            <a:r>
              <a:rPr sz="800" b="0">
                <a:solidFill>
                  <a:srgbClr val="F5F8FC"/>
                </a:solidFill>
              </a:rPr>
              <a:t>Reddit query: gap deployed where live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AI AGENTS today are far more DANGEROUS that you think I know it's a long post, but I think this is something AI industry needs to talk about more. I'd love to hear...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runs/2026-06-24-reddit-factcheck-agent-validation-authority/reddit-evidence-raw/reddit-thread-02.json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C-013: Weak Reddit support (low)</a:t>
            </a:r>
          </a:p>
          <a:p>
            <a:r>
              <a:rPr sz="800" b="0">
                <a:solidFill>
                  <a:srgbClr val="F5F8FC"/>
                </a:solidFill>
              </a:rPr>
              <a:t>Nobody independent can grade the agents — the labs grade themselves Foundation labs ship native guardrails — but they cannot certify their own ecosystem.</a:t>
            </a:r>
          </a:p>
          <a:p>
            <a:r>
              <a:rPr sz="800" b="0">
                <a:solidFill>
                  <a:srgbClr val="F5F8FC"/>
                </a:solidFill>
              </a:rPr>
              <a:t>Reddit query: nobody independent grade labs themselves foundation ship native guardrails they certify own ecosystem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Most of you shouldnt build an AI agent and heres why After watching another client spend $80k on an AI agent they shut down three months later, I need to say this o...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runs/2026-06-24-reddit-factcheck-agent-validation-authority/reddit-evidence-raw/reddit-thread-08.json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C-014: No Reddit evidence (low)</a:t>
            </a:r>
          </a:p>
          <a:p>
            <a:r>
              <a:rPr sz="800" b="0">
                <a:solidFill>
                  <a:srgbClr val="F5F8FC"/>
                </a:solidFill>
              </a:rPr>
              <a:t>Eval vendors (Braintrust, Arize, Patronus) sell tooling to the **builder**, not assurance to the **buyer**.</a:t>
            </a:r>
          </a:p>
          <a:p>
            <a:r>
              <a:rPr sz="800" b="0">
                <a:solidFill>
                  <a:srgbClr val="F5F8FC"/>
                </a:solidFill>
              </a:rPr>
              <a:t>Reddit query: eval vendors braintrust arize patronus sell tooling builder assurance buyer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319272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4D399"/>
                </a:solidFill>
              </a:rPr>
              <a:t>C-015: Reddit-supported (medium)</a:t>
            </a:r>
          </a:p>
          <a:p>
            <a:r>
              <a:rPr sz="800" b="0">
                <a:solidFill>
                  <a:srgbClr val="F5F8FC"/>
                </a:solidFill>
              </a:rPr>
              <a:t>Internal model-risk teams have no agent-native method.</a:t>
            </a:r>
          </a:p>
          <a:p>
            <a:r>
              <a:rPr sz="800" b="0">
                <a:solidFill>
                  <a:srgbClr val="F5F8FC"/>
                </a:solidFill>
              </a:rPr>
              <a:t>Reddit query: internal model-risk teams agent-native method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AI AGENTS today are far more DANGEROUS that you think I know it's a long post, but I think this is something AI industry needs to talk about more. I'd love to hear...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runs/2026-06-24-reddit-factcheck-agent-validation-authority/reddit-evidence-raw/reddit-thread-02.json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544568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4D399"/>
                </a:solidFill>
              </a:rPr>
              <a:t>C-016: Reddit-supported (high)</a:t>
            </a:r>
          </a:p>
          <a:p>
            <a:r>
              <a:rPr sz="800" b="0">
                <a:solidFill>
                  <a:srgbClr val="F5F8FC"/>
                </a:solidFill>
              </a:rPr>
              <a:t>*The one thing none of them can claim is independence.</a:t>
            </a:r>
          </a:p>
          <a:p>
            <a:r>
              <a:rPr sz="800" b="0">
                <a:solidFill>
                  <a:srgbClr val="F5F8FC"/>
                </a:solidFill>
              </a:rPr>
              <a:t>Reddit query: one thing none claim independence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Most of you shouldnt build an AI agent and heres why After watching another client spend $80k on an AI agent they shut down three months later, I need to say this o...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runs/2026-06-24-reddit-factcheck-agent-validation-authority/reddit-evidence-raw/reddit-thread-08.json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4D399"/>
                </a:solidFill>
              </a:rPr>
              <a:t>C-017: Reddit-supported (high)</a:t>
            </a:r>
          </a:p>
          <a:p>
            <a:r>
              <a:rPr sz="800" b="0">
                <a:solidFill>
                  <a:srgbClr val="F5F8FC"/>
                </a:solidFill>
              </a:rPr>
              <a:t>Certify the agent.** *Nobody owns it.* That is our lane: the independent referee for the other eight.</a:t>
            </a:r>
          </a:p>
          <a:p>
            <a:r>
              <a:rPr sz="800" b="0">
                <a:solidFill>
                  <a:srgbClr val="F5F8FC"/>
                </a:solidFill>
              </a:rPr>
              <a:t>Reddit query: certify nobody owns lane independent referee for other eight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AI AGENTS today are far more DANGEROUS that you think I know it's a long post, but I think this is something AI industry needs to talk about more. I'd love to hear...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runs/2026-06-24-reddit-factcheck-agent-validation-authority/reddit-evidence-raw/reddit-thread-02.json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C-018: No Reddit evidence (low)</a:t>
            </a:r>
          </a:p>
          <a:p>
            <a:r>
              <a:rPr sz="800" b="0">
                <a:solidFill>
                  <a:srgbClr val="F5F8FC"/>
                </a:solidFill>
              </a:rPr>
              <a:t>Our position: certify the autonomous agent before it ships Package agent assurance as a **hiring bar for the agent**: *"passed before you deployed it."* Sell to the risk owner, not the...</a:t>
            </a:r>
          </a:p>
          <a:p>
            <a:r>
              <a:rPr sz="800" b="0">
                <a:solidFill>
                  <a:srgbClr val="F5F8FC"/>
                </a:solidFill>
              </a:rPr>
              <a:t>Reddit query: position certify autonomous ships package assurance hiring bar for passed you deployed sell risk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4D399"/>
                </a:solidFill>
              </a:rPr>
              <a:t>C-019: Reddit-supported (high)</a:t>
            </a:r>
          </a:p>
          <a:p>
            <a:r>
              <a:rPr sz="800" b="0">
                <a:solidFill>
                  <a:srgbClr val="F5F8FC"/>
                </a:solidFill>
              </a:rPr>
              <a:t>Output the buyer can show a regulator, a board, or a court.</a:t>
            </a:r>
          </a:p>
          <a:p>
            <a:r>
              <a:rPr sz="800" b="0">
                <a:solidFill>
                  <a:srgbClr val="F5F8FC"/>
                </a:solidFill>
              </a:rPr>
              <a:t>Reddit query: output buyer show regulator board court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AI AGENTS today are far more DANGEROUS that you think I know it's a long post, but I think this is something AI industry needs to talk about more. I'd love to hear...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runs/2026-06-24-reddit-factcheck-agent-validation-authority/reddit-evidence-raw/reddit-thread-02.json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4D399"/>
                </a:solidFill>
              </a:rPr>
              <a:t>C-020: Reddit-supported (medium)</a:t>
            </a:r>
          </a:p>
          <a:p>
            <a:r>
              <a:rPr sz="800" b="0">
                <a:solidFill>
                  <a:srgbClr val="F5F8FC"/>
                </a:solidFill>
              </a:rPr>
              <a:t>What we are: the UL / SOC-2 for AI agents An **independent authority** whose stamp the market trusts.</a:t>
            </a:r>
          </a:p>
          <a:p>
            <a:r>
              <a:rPr sz="800" b="0">
                <a:solidFill>
                  <a:srgbClr val="F5F8FC"/>
                </a:solidFill>
              </a:rPr>
              <a:t>Reddit query: what soc-2 for independent whose stamp market trusts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Completely agree on designing HITL in from the start, retrofitting governance onto an existing agent stack is painful and usually incomplete. The EU AI Act deadline...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runs/2026-06-24-reddit-factcheck-agent-validation-authority/reddit-evidence-raw/reddit-thread-04.json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C-021: Weak Reddit support (low)</a:t>
            </a:r>
          </a:p>
          <a:p>
            <a:r>
              <a:rPr sz="800" b="0">
                <a:solidFill>
                  <a:srgbClr val="F5F8FC"/>
                </a:solidFill>
              </a:rPr>
              <a:t>Independence is not a feature — it is the entire product.</a:t>
            </a:r>
          </a:p>
          <a:p>
            <a:r>
              <a:rPr sz="800" b="0">
                <a:solidFill>
                  <a:srgbClr val="F5F8FC"/>
                </a:solidFill>
              </a:rPr>
              <a:t>Reddit query: independence feature entire product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I Tested OpenAI's $20/month “Agent” So You Don’t Have To. It Can’t Shop, Book, or Reserve Anything Spent my afternoon stress-testing the new “Agent” feature that’s...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runs/2026-06-24-reddit-factcheck-agent-validation-authority/reddit-evidence-raw/reddit-thread-01.json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4D399"/>
                </a:solidFill>
              </a:rPr>
              <a:t>C-022: Reddit-supported (high)</a:t>
            </a:r>
          </a:p>
          <a:p>
            <a:r>
              <a:rPr sz="800" b="0">
                <a:solidFill>
                  <a:srgbClr val="F5F8FC"/>
                </a:solidFill>
              </a:rPr>
              <a:t>Deliverable: a report the buyer hands their examiner + a live assurance dashboard + a time-boxed "Validated" mark.</a:t>
            </a:r>
          </a:p>
          <a:p>
            <a:r>
              <a:rPr sz="800" b="0">
                <a:solidFill>
                  <a:srgbClr val="F5F8FC"/>
                </a:solidFill>
              </a:rPr>
              <a:t>Reddit query: deliverable report buyer hands examiner live assurance dashboard time-boxed mark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Most of you shouldnt build an AI agent and heres why After watching another client spend $80k on an AI agent they shut down three months later, I need to say this o...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runs/2026-06-24-reddit-factcheck-agent-validation-authority/reddit-evidence-raw/reddit-thread-08.json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8BDF8"/>
                </a:solidFill>
              </a:rPr>
              <a:t>C-023: Primary source required (source)</a:t>
            </a:r>
          </a:p>
          <a:p>
            <a:r>
              <a:rPr sz="800" b="0">
                <a:solidFill>
                  <a:srgbClr val="F5F8FC"/>
                </a:solidFill>
              </a:rPr>
              <a:t>Beachhead: the SR 26-2 vacuum in financial services Banks must self-determine agentic-AI controls — and have nothing.</a:t>
            </a:r>
          </a:p>
          <a:p>
            <a:r>
              <a:rPr sz="800" b="0">
                <a:solidFill>
                  <a:srgbClr val="F5F8FC"/>
                </a:solidFill>
              </a:rPr>
              <a:t>Reddit query: beachhead vacuum financial services banks self-determine agentic-ai controls nothing</a:t>
            </a:r>
          </a:p>
          <a:p>
            <a:r>
              <a:rPr sz="800" b="0">
                <a:solidFill>
                  <a:srgbClr val="F5F8FC"/>
                </a:solidFill>
              </a:rPr>
              <a:t>Reddit can provide community signal; this claim still needs a primary source.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4D399"/>
                </a:solidFill>
              </a:rPr>
              <a:t>C-024: Reddit-supported (high)</a:t>
            </a:r>
          </a:p>
          <a:p>
            <a:r>
              <a:rPr sz="800" b="0">
                <a:solidFill>
                  <a:srgbClr val="F5F8FC"/>
                </a:solidFill>
              </a:rPr>
              <a:t>The buyer and budget already exist: **model risk / AI governance** is a mandated function.</a:t>
            </a:r>
          </a:p>
          <a:p>
            <a:r>
              <a:rPr sz="800" b="0">
                <a:solidFill>
                  <a:srgbClr val="F5F8FC"/>
                </a:solidFill>
              </a:rPr>
              <a:t>Reddit query: buyer budget exist model risk governance mandated function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That’s a really elegant way to frame it... latency as a function of risk. So you basically turn your governance layer into a high-pass filter rather than a bottlene...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runs/2026-06-24-reddit-factcheck-agent-validation-authority/reddit-evidence-raw/reddit-thread-06.json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319272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C-025: No Reddit evidence (low)</a:t>
            </a:r>
          </a:p>
          <a:p>
            <a:r>
              <a:rPr sz="800" b="0">
                <a:solidFill>
                  <a:srgbClr val="F5F8FC"/>
                </a:solidFill>
              </a:rPr>
              <a:t>The regulatory vacuum is the opening; the coming AI RFI is the deadline.</a:t>
            </a:r>
          </a:p>
          <a:p>
            <a:r>
              <a:rPr sz="800" b="0">
                <a:solidFill>
                  <a:srgbClr val="F5F8FC"/>
                </a:solidFill>
              </a:rPr>
              <a:t>Reddit query: regulatory vacuum opening coming rfi deadline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C-026: No Reddit evidence (low)</a:t>
            </a:r>
          </a:p>
          <a:p>
            <a:r>
              <a:rPr sz="800" b="0">
                <a:solidFill>
                  <a:srgbClr val="F5F8FC"/>
                </a:solidFill>
              </a:rPr>
              <a:t>We don't certify chatbots — we validate the agents MRM can't Skip the BAU: generic support bots and OCR are solved, low-stakes, vendor-benchmarked.</a:t>
            </a:r>
          </a:p>
          <a:p>
            <a:r>
              <a:rPr sz="800" b="0">
                <a:solidFill>
                  <a:srgbClr val="F5F8FC"/>
                </a:solidFill>
              </a:rPr>
              <a:t>Reddit query: don certify chatbots mrm skip bau generic support bots ocr solved low-stakes vendor-benchmarked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C-027: No Reddit evidence (low)</a:t>
            </a:r>
          </a:p>
          <a:p>
            <a:r>
              <a:rPr sz="800" b="0">
                <a:solidFill>
                  <a:srgbClr val="F5F8FC"/>
                </a:solidFill>
              </a:rPr>
              <a:t>**AML / fraud investigation** agents → SAR quality.</a:t>
            </a:r>
          </a:p>
          <a:p>
            <a:r>
              <a:rPr sz="800" b="0">
                <a:solidFill>
                  <a:srgbClr val="F5F8FC"/>
                </a:solidFill>
              </a:rPr>
              <a:t>Reddit query: aml fraud investigation sar quality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319272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4D399"/>
                </a:solidFill>
              </a:rPr>
              <a:t>C-028: Reddit-supported (medium)</a:t>
            </a:r>
          </a:p>
          <a:p>
            <a:r>
              <a:rPr sz="800" b="0">
                <a:solidFill>
                  <a:srgbClr val="F5F8FC"/>
                </a:solidFill>
              </a:rPr>
              <a:t>**SecOps auto-remediation** → audit risk.</a:t>
            </a:r>
          </a:p>
          <a:p>
            <a:r>
              <a:rPr sz="800" b="0">
                <a:solidFill>
                  <a:srgbClr val="F5F8FC"/>
                </a:solidFill>
              </a:rPr>
              <a:t>Reddit query: secops auto-remediation audit risk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I built an airgapped agent governance system in a week by changing how I use LLMs I want to share a concrete example of what 100% AI-native workflows can accomplish...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runs/2026-06-24-reddit-factcheck-agent-validation-authority/reddit-evidence-raw/reddit-thread-06.json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14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4D399"/>
                </a:solidFill>
              </a:rPr>
              <a:t>C-029: Reddit-supported (high)</a:t>
            </a:r>
          </a:p>
          <a:p>
            <a:r>
              <a:rPr sz="800" b="0">
                <a:solidFill>
                  <a:srgbClr val="F5F8FC"/>
                </a:solidFill>
              </a:rPr>
              <a:t>Sell to the CRO; the examiner is the judge **Economic buyer:** Head of Model Risk / Chief Risk Officer — holds budget and personal liability.</a:t>
            </a:r>
          </a:p>
          <a:p>
            <a:r>
              <a:rPr sz="800" b="0">
                <a:solidFill>
                  <a:srgbClr val="F5F8FC"/>
                </a:solidFill>
              </a:rPr>
              <a:t>Reddit query: sell cro examiner judge economic buyer head model risk chief officer holds budget personal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AI AGENTS today are far more DANGEROUS that you think I know it's a long post, but I think this is something AI industry needs to talk about more. I'd love to hear...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runs/2026-06-24-reddit-factcheck-agent-validation-authority/reddit-evidence-raw/reddit-thread-02.json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C-030: No Reddit evidence (low)</a:t>
            </a:r>
          </a:p>
          <a:p>
            <a:r>
              <a:rPr sz="800" b="0">
                <a:solidFill>
                  <a:srgbClr val="F5F8FC"/>
                </a:solidFill>
              </a:rPr>
              <a:t>**Champion:** the AI-governance lead whose job is impossible without us.</a:t>
            </a:r>
          </a:p>
          <a:p>
            <a:r>
              <a:rPr sz="800" b="0">
                <a:solidFill>
                  <a:srgbClr val="F5F8FC"/>
                </a:solidFill>
              </a:rPr>
              <a:t>Reddit query: champion ai-governance lead whose job impossible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319272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C-031: No Reddit evidence (low)</a:t>
            </a:r>
          </a:p>
          <a:p>
            <a:r>
              <a:rPr sz="800" b="0">
                <a:solidFill>
                  <a:srgbClr val="F5F8FC"/>
                </a:solidFill>
              </a:rPr>
              <a:t>**User:** the line-of-business that must pass our gate to ship.</a:t>
            </a:r>
          </a:p>
          <a:p>
            <a:r>
              <a:rPr sz="800" b="0">
                <a:solidFill>
                  <a:srgbClr val="F5F8FC"/>
                </a:solidFill>
              </a:rPr>
              <a:t>Reddit query: user line-of-business pass gate ship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544568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C-032: Weak Reddit support (low)</a:t>
            </a:r>
          </a:p>
          <a:p>
            <a:r>
              <a:rPr sz="800" b="0">
                <a:solidFill>
                  <a:srgbClr val="F5F8FC"/>
                </a:solidFill>
              </a:rPr>
              <a:t>**The rejectable counterparty:** the **bank examiner** — our dossier must survive exams.</a:t>
            </a:r>
          </a:p>
          <a:p>
            <a:r>
              <a:rPr sz="800" b="0">
                <a:solidFill>
                  <a:srgbClr val="F5F8FC"/>
                </a:solidFill>
              </a:rPr>
              <a:t>Reddit query: rejectable counterparty bank examiner dossier survive exams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AI AGENTS today are far more DANGEROUS that you think I know it's a long post, but I think this is something AI industry needs to talk about more. I'd love to hear...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runs/2026-06-24-reddit-factcheck-agent-validation-authority/reddit-evidence-raw/reddit-thread-02.json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14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C-033: Weak Reddit support (low)</a:t>
            </a:r>
          </a:p>
          <a:p>
            <a:r>
              <a:rPr sz="800" b="0">
                <a:solidFill>
                  <a:srgbClr val="F5F8FC"/>
                </a:solidFill>
              </a:rPr>
              <a:t>That bar is the forcing function and the moat: survive exams once, become un-switchable.</a:t>
            </a:r>
          </a:p>
          <a:p>
            <a:r>
              <a:rPr sz="800" b="0">
                <a:solidFill>
                  <a:srgbClr val="F5F8FC"/>
                </a:solidFill>
              </a:rPr>
              <a:t>Reddit query: bar forcing function moat survive exams once become un-switchable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How to Actually Build an AI Agent: A Complete Step-by-Step Guide for 2026 Artificial Intelligence is evolving rapidly, and AI agents are becoming one of the most tr...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runs/2026-06-24-reddit-factcheck-agent-validation-authority/reddit-evidence-raw/reddit-thread-10.json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15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8BDF8"/>
                </a:solidFill>
              </a:rPr>
              <a:t>C-034: Primary source required (source)</a:t>
            </a:r>
          </a:p>
          <a:p>
            <a:r>
              <a:rPr sz="800" b="0">
                <a:solidFill>
                  <a:srgbClr val="F5F8FC"/>
                </a:solidFill>
              </a:rPr>
              <a:t>The dossier maps to exactly what examiners already ask SR 26-2 keeps three validation pillars: **conceptual soundness, outcomes analysis, ongoing monitoring.** We mirror that structure...</a:t>
            </a:r>
          </a:p>
          <a:p>
            <a:r>
              <a:rPr sz="800" b="0">
                <a:solidFill>
                  <a:srgbClr val="F5F8FC"/>
                </a:solidFill>
              </a:rPr>
              <a:t>Reddit query: dossier maps exactly what examiners ask keeps three pillars conceptual soundness outcomes analysis ongoing</a:t>
            </a:r>
          </a:p>
          <a:p>
            <a:r>
              <a:rPr sz="800" b="0">
                <a:solidFill>
                  <a:srgbClr val="F5F8FC"/>
                </a:solidFill>
              </a:rPr>
              <a:t>Reddit can provide community signal; this claim still needs a primary source.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8BDF8"/>
                </a:solidFill>
              </a:rPr>
              <a:t>C-035: Primary source required (source)</a:t>
            </a:r>
          </a:p>
          <a:p>
            <a:r>
              <a:rPr sz="800" b="0">
                <a:solidFill>
                  <a:srgbClr val="F5F8FC"/>
                </a:solidFill>
              </a:rPr>
              <a:t>Add the agentic layer SR 26-2 omits: tool-call safety, autonomy bounds, multi-agent error propagation.</a:t>
            </a:r>
          </a:p>
          <a:p>
            <a:r>
              <a:rPr sz="800" b="0">
                <a:solidFill>
                  <a:srgbClr val="F5F8FC"/>
                </a:solidFill>
              </a:rPr>
              <a:t>Reddit query: add layer omits tool-call safety autonomy bounds multi-agent error propagation</a:t>
            </a:r>
          </a:p>
          <a:p>
            <a:r>
              <a:rPr sz="800" b="0">
                <a:solidFill>
                  <a:srgbClr val="F5F8FC"/>
                </a:solidFill>
              </a:rPr>
              <a:t>Reddit can provide community signal; this claim still needs a primary source.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319272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8BDF8"/>
                </a:solidFill>
              </a:rPr>
              <a:t>C-036: Primary source required (source)</a:t>
            </a:r>
          </a:p>
          <a:p>
            <a:r>
              <a:rPr sz="800" b="0">
                <a:solidFill>
                  <a:srgbClr val="F5F8FC"/>
                </a:solidFill>
              </a:rPr>
              <a:t>Anchor to NIST AI RMF + ISO/IEC 42001 so it reads as standard, not startup.</a:t>
            </a:r>
          </a:p>
          <a:p>
            <a:r>
              <a:rPr sz="800" b="0">
                <a:solidFill>
                  <a:srgbClr val="F5F8FC"/>
                </a:solidFill>
              </a:rPr>
              <a:t>Reddit query: anchor nist rmf iso iec reads standard startup</a:t>
            </a:r>
          </a:p>
          <a:p>
            <a:r>
              <a:rPr sz="800" b="0">
                <a:solidFill>
                  <a:srgbClr val="F5F8FC"/>
                </a:solidFill>
              </a:rPr>
              <a:t>Reddit can provide community signal; this claim still needs a primary source.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544568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4D399"/>
                </a:solidFill>
              </a:rPr>
              <a:t>C-037: Reddit-supported (high)</a:t>
            </a:r>
          </a:p>
          <a:p>
            <a:r>
              <a:rPr sz="800" b="0">
                <a:solidFill>
                  <a:srgbClr val="F5F8FC"/>
                </a:solidFill>
              </a:rPr>
              <a:t>*We give examiners the artifact they're about to demand.*</a:t>
            </a:r>
          </a:p>
          <a:p>
            <a:r>
              <a:rPr sz="800" b="0">
                <a:solidFill>
                  <a:srgbClr val="F5F8FC"/>
                </a:solidFill>
              </a:rPr>
              <a:t>Reddit query: give examiners artifact they demand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AI AGENTS today are far more DANGEROUS that you think I know it's a long post, but I think this is something AI industry needs to talk about more. I'd love to hear...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runs/2026-06-24-reddit-factcheck-agent-validation-authority/reddit-evidence-raw/reddit-thread-02.json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C-038: Weak Reddit support (low)</a:t>
            </a:r>
          </a:p>
          <a:p>
            <a:r>
              <a:rPr sz="800" b="0">
                <a:solidFill>
                  <a:srgbClr val="F5F8FC"/>
                </a:solidFill>
              </a:rPr>
              <a:t>**Subscription:** annual per-agent continuous assurance — drift, re-validation, exam support.</a:t>
            </a:r>
          </a:p>
          <a:p>
            <a:r>
              <a:rPr sz="800" b="0">
                <a:solidFill>
                  <a:srgbClr val="F5F8FC"/>
                </a:solidFill>
              </a:rPr>
              <a:t>Reddit query: subscription annual per-agent continuous assurance drift re-validation exam support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How to Actually Build an AI Agent: A Complete Step-by-Step Guide for 2026 Artificial Intelligence is evolving rapidly, and AI agents are becoming one of the most tr...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runs/2026-06-24-reddit-factcheck-agent-validation-authority/reddit-evidence-raw/reddit-thread-10.json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C-039: No Reddit evidence (low)</a:t>
            </a:r>
          </a:p>
          <a:p>
            <a:r>
              <a:rPr sz="800" b="0">
                <a:solidFill>
                  <a:srgbClr val="F5F8FC"/>
                </a:solidFill>
              </a:rPr>
              <a:t>Buyer-funded, sits in the audit/MRM budget line — not a new category to justify.</a:t>
            </a:r>
          </a:p>
          <a:p>
            <a:r>
              <a:rPr sz="800" b="0">
                <a:solidFill>
                  <a:srgbClr val="F5F8FC"/>
                </a:solidFill>
              </a:rPr>
              <a:t>Reddit query: buyer-funded sits audit mrm budget line new category justify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319272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C-040: No Reddit evidence (low)</a:t>
            </a:r>
          </a:p>
          <a:p>
            <a:r>
              <a:rPr sz="800" b="0">
                <a:solidFill>
                  <a:srgbClr val="F5F8FC"/>
                </a:solidFill>
              </a:rPr>
              <a:t>Pilot proves demand; subscription is the annuity.</a:t>
            </a:r>
          </a:p>
          <a:p>
            <a:r>
              <a:rPr sz="800" b="0">
                <a:solidFill>
                  <a:srgbClr val="F5F8FC"/>
                </a:solidFill>
              </a:rPr>
              <a:t>Reddit query: pilot proves demand subscription annuity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8BDF8"/>
                </a:solidFill>
              </a:rPr>
              <a:t>What Changed In The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F5F8FC"/>
                </a:solidFill>
              </a:rPr>
              <a:t>The source deck is annotated slide-by-slide, and the first slides summarize the verdict mix.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2176272" cy="448056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2176272" cy="91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44168"/>
            <a:ext cx="1874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5F8FC"/>
                </a:solidFill>
              </a:rPr>
              <a:t>Strong Reddit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664208"/>
            <a:ext cx="38404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34D399"/>
                </a:solidFill>
              </a:rPr>
              <a:t>C-002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664208"/>
            <a:ext cx="1508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" b="0">
                <a:solidFill>
                  <a:srgbClr val="F5F8FC"/>
                </a:solidFill>
              </a:rPr>
              <a:t>The blocker is the same everywhere: *nobo...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810512"/>
            <a:ext cx="1280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80" b="0">
                <a:solidFill>
                  <a:srgbClr val="8E99B2"/>
                </a:solidFill>
              </a:rPr>
              <a:t>Reddit-Supported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377440"/>
            <a:ext cx="38404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34D399"/>
                </a:solidFill>
              </a:rPr>
              <a:t>C-005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77440"/>
            <a:ext cx="1508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" b="0">
                <a:solidFill>
                  <a:srgbClr val="F5F8FC"/>
                </a:solidFill>
              </a:rPr>
              <a:t>*Trust is now an infrastructure problem b...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523744"/>
            <a:ext cx="1280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80" b="0">
                <a:solidFill>
                  <a:srgbClr val="8E99B2"/>
                </a:solidFill>
              </a:rPr>
              <a:t>Reddit-Supported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090672"/>
            <a:ext cx="38404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34D399"/>
                </a:solidFill>
              </a:rPr>
              <a:t>C-008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090672"/>
            <a:ext cx="1508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" b="0">
                <a:solidFill>
                  <a:srgbClr val="F5F8FC"/>
                </a:solidFill>
              </a:rPr>
              <a:t>Examiners still ask: *"What is your monit...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236976"/>
            <a:ext cx="1280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80" b="0">
                <a:solidFill>
                  <a:srgbClr val="8E99B2"/>
                </a:solidFill>
              </a:rPr>
              <a:t>Reddit-Supported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803904"/>
            <a:ext cx="38404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34D399"/>
                </a:solidFill>
              </a:rPr>
              <a:t>C-009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803904"/>
            <a:ext cx="1508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" b="0">
                <a:solidFill>
                  <a:srgbClr val="F5F8FC"/>
                </a:solidFill>
              </a:rPr>
              <a:t>What is your effective challenge?"* &gt; "Ca...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950208"/>
            <a:ext cx="1280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80" b="0">
                <a:solidFill>
                  <a:srgbClr val="8E99B2"/>
                </a:solidFill>
              </a:rPr>
              <a:t>Reddit-Supported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62072" y="1170432"/>
            <a:ext cx="2176272" cy="448056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62072" y="1170432"/>
            <a:ext cx="2176272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71800" y="1344168"/>
            <a:ext cx="1874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5F8FC"/>
                </a:solidFill>
              </a:rPr>
              <a:t>Weak / no Reddit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1664208"/>
            <a:ext cx="38404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FBBF24"/>
                </a:solidFill>
              </a:rPr>
              <a:t>C-001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1664208"/>
            <a:ext cx="1508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" b="0">
                <a:solidFill>
                  <a:srgbClr val="F5F8FC"/>
                </a:solidFill>
              </a:rPr>
              <a:t>Klarna publicly reversed its AI-first sup...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1810512"/>
            <a:ext cx="1280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80" b="0">
                <a:solidFill>
                  <a:srgbClr val="8E99B2"/>
                </a:solidFill>
              </a:rPr>
              <a:t>No Reddit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2377440"/>
            <a:ext cx="38404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FBBF24"/>
                </a:solidFill>
              </a:rPr>
              <a:t>C-007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2377440"/>
            <a:ext cx="1508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" b="0">
                <a:solidFill>
                  <a:srgbClr val="F5F8FC"/>
                </a:solidFill>
              </a:rPr>
              <a:t>One sentence defines the moment: *"Genera...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2523744"/>
            <a:ext cx="1280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80" b="0">
                <a:solidFill>
                  <a:srgbClr val="8E99B2"/>
                </a:solidFill>
              </a:rPr>
              <a:t>No Reddit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3090672"/>
            <a:ext cx="38404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FBBF24"/>
                </a:solidFill>
              </a:rPr>
              <a:t>C-010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3090672"/>
            <a:ext cx="1508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" b="0">
                <a:solidFill>
                  <a:srgbClr val="F5F8FC"/>
                </a:solidFill>
              </a:rPr>
              <a:t>The pain is deployed, not hypothetical —...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3236976"/>
            <a:ext cx="1280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80" b="0">
                <a:solidFill>
                  <a:srgbClr val="8E99B2"/>
                </a:solidFill>
              </a:rPr>
              <a:t>Weak Reddit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3803904"/>
            <a:ext cx="38404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FBBF24"/>
                </a:solidFill>
              </a:rPr>
              <a:t>C-011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3803904"/>
            <a:ext cx="1508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" b="0">
                <a:solidFill>
                  <a:srgbClr val="F5F8FC"/>
                </a:solidFill>
              </a:rPr>
              <a:t>Manual QA covers ~100 scenarios; real use...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3950208"/>
            <a:ext cx="1280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80" b="0">
                <a:solidFill>
                  <a:srgbClr val="8E99B2"/>
                </a:solidFill>
              </a:rPr>
              <a:t>No Reddit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21224" y="1170432"/>
            <a:ext cx="2176272" cy="448056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221224" y="1170432"/>
            <a:ext cx="2176272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30952" y="1344168"/>
            <a:ext cx="1874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5F8FC"/>
                </a:solidFill>
              </a:rPr>
              <a:t>Primary-source required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30952" y="1664208"/>
            <a:ext cx="38404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38BDF8"/>
                </a:solidFill>
              </a:rPr>
              <a:t>C-003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96712" y="1664208"/>
            <a:ext cx="1508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" b="0">
                <a:solidFill>
                  <a:srgbClr val="F5F8FC"/>
                </a:solidFill>
              </a:rPr>
              <a:t>The market moved from "can we build an ag...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30952" y="1810512"/>
            <a:ext cx="1280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80" b="0">
                <a:solidFill>
                  <a:srgbClr val="8E99B2"/>
                </a:solidFill>
              </a:rPr>
              <a:t>Reddit + Primary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30952" y="2377440"/>
            <a:ext cx="38404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38BDF8"/>
                </a:solidFill>
              </a:rPr>
              <a:t>C-004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96712" y="2377440"/>
            <a:ext cx="1508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" b="0">
                <a:solidFill>
                  <a:srgbClr val="F5F8FC"/>
                </a:solidFill>
              </a:rPr>
              <a:t>2026: capability is commoditized; **the m...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30952" y="2523744"/>
            <a:ext cx="1280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80" b="0">
                <a:solidFill>
                  <a:srgbClr val="8E99B2"/>
                </a:solidFill>
              </a:rPr>
              <a:t>Primary Required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30952" y="3090672"/>
            <a:ext cx="38404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38BDF8"/>
                </a:solidFill>
              </a:rPr>
              <a:t>C-006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96712" y="3090672"/>
            <a:ext cx="1508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" b="0">
                <a:solidFill>
                  <a:srgbClr val="F5F8FC"/>
                </a:solidFill>
              </a:rPr>
              <a:t>April 17, 2026: regulators handed agentic...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30952" y="3236976"/>
            <a:ext cx="1280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80" b="0">
                <a:solidFill>
                  <a:srgbClr val="8E99B2"/>
                </a:solidFill>
              </a:rPr>
              <a:t>Primary Required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30952" y="3803904"/>
            <a:ext cx="38404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38BDF8"/>
                </a:solidFill>
              </a:rPr>
              <a:t>C-023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96712" y="3803904"/>
            <a:ext cx="1508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" b="0">
                <a:solidFill>
                  <a:srgbClr val="F5F8FC"/>
                </a:solidFill>
              </a:rPr>
              <a:t>Beachhead: the SR 26-2 vacuum in financia...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30952" y="3950208"/>
            <a:ext cx="1280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80" b="0">
                <a:solidFill>
                  <a:srgbClr val="8E99B2"/>
                </a:solidFill>
              </a:rPr>
              <a:t>Primary Required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5989320"/>
            <a:ext cx="6675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0" b="0">
                <a:solidFill>
                  <a:srgbClr val="8E99B2"/>
                </a:solidFill>
              </a:rPr>
              <a:t>Slides 3+ preserve the original deck structure with rails and notes appended where claims need detail.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8BDF8"/>
                </a:solidFill>
              </a:rPr>
              <a:t>Fact Check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F5F8FC"/>
                </a:solidFill>
              </a:rPr>
              <a:t>Reddit evidence has been attached. Hard facts still need official-source review.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417320" cy="749808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73152" cy="7498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4389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4D399"/>
                </a:solidFill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1335024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70" b="1">
                <a:solidFill>
                  <a:srgbClr val="F5F8FC"/>
                </a:solidFill>
              </a:rPr>
              <a:t>Reddit-supported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1170432"/>
            <a:ext cx="1417320" cy="749808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03120" y="1170432"/>
            <a:ext cx="73152" cy="7498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298448"/>
            <a:ext cx="4389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BBF24"/>
                </a:solidFill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1335024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70" b="1">
                <a:solidFill>
                  <a:srgbClr val="F5F8FC"/>
                </a:solidFill>
              </a:rPr>
              <a:t>Weak Reddit support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170432"/>
            <a:ext cx="1417320" cy="749808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03320" y="1170432"/>
            <a:ext cx="73152" cy="749808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59" y="1298448"/>
            <a:ext cx="4389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B7185"/>
                </a:solidFill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2" y="1335024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70" b="1">
                <a:solidFill>
                  <a:srgbClr val="F5F8FC"/>
                </a:solidFill>
              </a:rPr>
              <a:t>No Reddit 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1170432"/>
            <a:ext cx="1417320" cy="749808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0" y="1170432"/>
            <a:ext cx="73152" cy="7498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59" y="1298448"/>
            <a:ext cx="4389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3872" y="1335024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70" b="1">
                <a:solidFill>
                  <a:srgbClr val="F5F8FC"/>
                </a:solidFill>
              </a:rPr>
              <a:t>Primary required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2121408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5F8FC"/>
                </a:solidFill>
              </a:rPr>
              <a:t>8 Reddit threads parsed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2340864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5F8FC"/>
                </a:solidFill>
              </a:rPr>
              <a:t>482 comments scored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261518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E99B2"/>
                </a:solidFill>
              </a:rPr>
              <a:t>Evidence is strongest for operator pain, objections, and governance language.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2999232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40" b="1">
                <a:solidFill>
                  <a:srgbClr val="34D399"/>
                </a:solidFill>
              </a:rPr>
              <a:t>C-002 Reddit-Supported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2999232"/>
            <a:ext cx="5074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" b="0">
                <a:solidFill>
                  <a:srgbClr val="F5F8FC"/>
                </a:solidFill>
              </a:rPr>
              <a:t>The blocker is the same everywhere: *nobody can prove the agent is safe to run.* That proof is a market.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3255263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40" b="1">
                <a:solidFill>
                  <a:srgbClr val="FBBF24"/>
                </a:solidFill>
              </a:rPr>
              <a:t>C-003 Reddit + Primary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255263"/>
            <a:ext cx="5074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" b="0">
                <a:solidFill>
                  <a:srgbClr val="F5F8FC"/>
                </a:solidFill>
              </a:rPr>
              <a:t>The market moved from "can we build an agent" to "can we trust one" 2023–24: the race was capability — fram...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3511296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40" b="1">
                <a:solidFill>
                  <a:srgbClr val="FBBF24"/>
                </a:solidFill>
              </a:rPr>
              <a:t>C-004 Primary Required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511296"/>
            <a:ext cx="5074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" b="0">
                <a:solidFill>
                  <a:srgbClr val="F5F8FC"/>
                </a:solidFill>
              </a:rPr>
              <a:t>2026: capability is commoditized; **the model is no longer the moat.** The new question is operational: pre...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376732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40" b="1">
                <a:solidFill>
                  <a:srgbClr val="34D399"/>
                </a:solidFill>
              </a:rPr>
              <a:t>C-005 Reddit-Supported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767328"/>
            <a:ext cx="5074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" b="0">
                <a:solidFill>
                  <a:srgbClr val="F5F8FC"/>
                </a:solidFill>
              </a:rPr>
              <a:t>*Trust is now an infrastructure problem before it is a product feature.*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402336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40" b="1">
                <a:solidFill>
                  <a:srgbClr val="34D399"/>
                </a:solidFill>
              </a:rPr>
              <a:t>C-008 Reddit-Supported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023360"/>
            <a:ext cx="5074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" b="0">
                <a:solidFill>
                  <a:srgbClr val="F5F8FC"/>
                </a:solidFill>
              </a:rPr>
              <a:t>Examiners still ask: *"What is your monitoring framework?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Agent Validation &amp; Assurance Authority</dc:title>
  <dc:subject>PptxGenJS Presentation</dc:subject>
  <dc:creator>Created by Marp</dc:creator>
  <cp:lastModifiedBy>Created by Marp</cp:lastModifiedBy>
  <cp:revision>1</cp:revision>
  <dcterms:created xsi:type="dcterms:W3CDTF">2026-06-24T04:22:26Z</dcterms:created>
  <dcterms:modified xsi:type="dcterms:W3CDTF">2026-06-24T04:22:26Z</dcterms:modified>
</cp:coreProperties>
</file>