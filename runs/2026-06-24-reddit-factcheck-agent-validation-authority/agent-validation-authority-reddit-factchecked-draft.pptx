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139696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C-001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Klarna publicly reversed its AI-first support after quality tanked.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C-002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blocker is the same everywhere: *nobody can prove the agent is safe to run.* That proof...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C-003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market moved from "can we build an agent" to "can we trust one" 2023–24: the race was c...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C-004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2026: capability is commoditized; **the model is no longer the moat.** The new question is...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C-005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*Trust is now an infrastructure problem before it is a product feature.*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C-006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April 17, 2026: regulators handed agentic AI back to the banks **SR 26-2** (OCC / Fed / FDI...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C-007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One sentence defines the moment: *"Generative AI and agentic AI models… are not within the...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C-008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Examiners still ask: *"What is your monitoring framework?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+ 1 more in Fact Check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C-010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pain is deployed, not hypothetical — and it is failing **Wendy's FreshAI** takes drive-...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C-011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Manual QA covers ~100 scenarios; real users trigger millions.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C-012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gap between "deployed" and "validated" is where we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C-013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Nobody independent can grade the agents — the labs grade themselves Foundation labs ship na...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C-014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Eval vendors (Braintrust, Arize, Patronus) sell tooling to the **builder**, not assurance t...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C-015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Internal model-risk teams have no agent-native method.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+ 1 more in Fact Check Notes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142646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C-017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Certify the agent.** *Nobody owns it.* That is our lane: the independent referee for the ot...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139696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C-018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Our position: certify the autonomous agent before it ships Package agent assurance as a **h...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C-019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Output the buyer can show a regulator, a board, or a court.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139696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C-020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What we are: the UL / SOC-2 for AI agents An **independent authority** whose stamp the mark...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C-021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Independence is not a feature — it is the entire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142646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C-022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Deliverable: a report the buyer hands their examiner + a live assurance dashboard + a time-...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C-023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Beachhead: the SR 26-2 vacuum in financial services Banks must self-determine agentic-AI co...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C-024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buyer and budget already exist: **model risk / AI governance** is a mandated function.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C-025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regulatory vacuum is the opening; the coming AI RFI is the deadline.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C-026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We don't certify chatbots — we validate the agents MRM can't Skip the BAU: generic support...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C-027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**AML / fraud investigation** agents → SAR quality.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C-028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**SecOps auto-remediation** → audit risk.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C-029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Sell to the CRO; the examiner is the judge **Economic buyer:** Head of Model Risk / Chief R...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C-030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**Champion:** the AI-governance lead whose job is impossible without us.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C-031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**User:** the line-of-business that must pass our gate to ship.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+ 2 more in Fact Check Notes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C-034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dossier maps to exactly what examiners already ask SR 26-2 keeps three validation pilla...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C-035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Add the agentic layer SR 26-2 omits: tool-call safety, autonomy bounds, multi-agent error p...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C-036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Anchor to NIST AI RMF + ISO/IEC 42001 so it reads as standard, not startup.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+ 1 more in Fact Check Notes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C-038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**Subscription:** annual per-agent continuous assurance — drift, re-validation, exam suppor...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C-039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Buyer-funded, sits in the audit/MRM budget line — not a new category to justify.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C-040  Pending Reddit evidence (pending)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Pilot proves demand; subscription is the annuity.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C-001: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Klarna publicly reversed its AI-first support after quality tanked.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klarna publicly reversed ai-first support quality tanked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C-002: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The blocker is the same everywhere: *nobody can prove the agent is safe to run.* That proof is a market.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blocker same everywhere nobody prove safe run proof market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C-003: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The market moved from "can we build an agent" to "can we trust one" 2023–24: the race was capability — frameworks, models, demos.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market moved build trust one race was capability frameworks models demos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C-004: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2026: capability is commoditized; **the model is no longer the moat.** The new question is operational: predict it, audit it, roll it back.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capability commoditized model longer moat new question operational predict audit roll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C-005: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*Trust is now an infrastructure problem before it is a product feature.*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trust now infrastructure problem product feature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C-006: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April 17, 2026: regulators handed agentic AI back to the banks **SR 26-2** (OCC / Fed / FDIC) replaced SR 11-7 — the 15-year model-risk rulebook.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april regulators handed agentic back banks occ fed fdic replaced year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C-007: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One sentence defines the moment: *"Generative AI and agentic AI models… are not within the scope of this guidance."* Translation: banks own agentic-AI governance with **no playbook** —...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one sentence defines moment generative agentic models within scope guidance translation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C-008: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Examiners still ask: *"What is your monitoring framework?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examiners still ask what your monitoring framework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C-009: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What is your effective challenge?"* &gt; "Can you name the person whose name should be on the examination finding?"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what your effective challenge you name person whose examination finding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C-010: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The pain is deployed, not hypothetical — and it is failing **Wendy's FreshAI** takes drive-thru orders end-to-end; **Mercedes MBUX**, **Home Depot Magic Apron** run live.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pain deployed hypothetical failing wendy freshai takes drive-thru orders end-to-end mercedes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C-011: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Manual QA covers ~100 scenarios; real users trigger millions.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manual covers scenarios real users trigger millions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C-012: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The gap between "deployed" and "validated" is where we live.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gap deployed validated where live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C-013: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Nobody independent can grade the agents — the labs grade themselves Foundation labs ship native guardrails — but they cannot certify their own ecosystem.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nobody independent grade agents labs themselves foundation ship native guardrails they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C-014: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Eval vendors (Braintrust, Arize, Patronus) sell tooling to the **builder**, not assurance to the **buyer**.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eval vendors braintrust arize patronus sell tooling builder assurance buyer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C-015: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Internal model-risk teams have no agent-native method.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internal model-risk teams agent-native method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C-016: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*The one thing none of them can claim is independence.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one thing none claim independence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C-017: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Certify the agent.** *Nobody owns it.* That is our lane: the independent referee for the other eight.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certify nobody owns lane independent referee for other eight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C-018: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Our position: certify the autonomous agent before it ships Package agent assurance as a **hiring bar for the agent**: *"passed before you deployed it."* Sell to the risk owner, not the...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position certify autonomous ships package assurance hiring bar for passed you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C-019: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Output the buyer can show a regulator, a board, or a court.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output buyer show regulator board court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C-020: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What we are: the UL / SOC-2 for AI agents An **independent authority** whose stamp the market trusts.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what soc-2 for agents independent whose stamp market trusts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C-021: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Independence is not a feature — it is the entire product.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independence feature entire product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C-022: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Deliverable: a report the buyer hands their examiner + a live assurance dashboard + a time-boxed "Validated" mark.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deliverable report buyer hands examiner live assurance dashboard time-boxed validated mark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C-023: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Beachhead: the SR 26-2 vacuum in financial services Banks must self-determine agentic-AI controls — and have nothing.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beachhead vacuum financial services banks self-determine agentic-ai controls nothing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C-024: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The buyer and budget already exist: **model risk / AI governance** is a mandated function.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buyer budget exist model risk governance mandated function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C-025: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The regulatory vacuum is the opening; the coming AI RFI is the deadline.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regulatory vacuum opening coming rfi deadline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C-026: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We don't certify chatbots — we validate the agents MRM can't Skip the BAU: generic support bots and OCR are solved, low-stakes, vendor-benchmarked.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don certify chatbots validate agents mrm skip bau generic support bots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C-027: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**AML / fraud investigation** agents → SAR quality.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aml fraud investigation agents sar quality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C-028: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**SecOps auto-remediation** → audit risk.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secops auto-remediation audit risk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C-029: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Sell to the CRO; the examiner is the judge **Economic buyer:** Head of Model Risk / Chief Risk Officer — holds budget and personal liability.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sell cro examiner judge economic buyer head model risk chief officer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C-030: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**Champion:** the AI-governance lead whose job is impossible without us.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champion ai-governance lead whose job impossible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C-031: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**User:** the line-of-business that must pass our gate to ship.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user line-of-business pass gate ship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C-032: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**The rejectable counterparty:** the **bank examiner** — our dossier must survive exams.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rejectable counterparty bank examiner dossier survive exams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C-033: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That bar is the forcing function and the moat: survive exams once, become un-switchable.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bar forcing function moat survive exams once become un-switchable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C-034: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The dossier maps to exactly what examiners already ask SR 26-2 keeps three validation pillars: **conceptual soundness, outcomes analysis, ongoing monitoring.** We mirror that structure...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dossier maps exactly what examiners ask keeps three pillars conceptual soundness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C-035: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Add the agentic layer SR 26-2 omits: tool-call safety, autonomy bounds, multi-agent error propagation.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add agentic layer omits tool-call safety autonomy bounds multi-agent error propagation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C-036: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Anchor to NIST AI RMF + ISO/IEC 42001 so it reads as standard, not startup.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anchor nist rmf iso iec reads standard startup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C-037: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*We give examiners the artifact they're about to demand.*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give examiners artifact they demand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C-038: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**Subscription:** annual per-agent continuous assurance — drift, re-validation, exam support.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subscription annual per-agent continuous assurance drift re-validation exam support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C-039: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Buyer-funded, sits in the audit/MRM budget line — not a new category to justify.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buyer-funded sits audit mrm budget line new category justify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C-040: Pending Reddit evidence (pending)</a:t>
            </a:r>
          </a:p>
          <a:p>
            <a:r>
              <a:rPr sz="800" b="0">
                <a:solidFill>
                  <a:srgbClr val="F5F8FC"/>
                </a:solidFill>
              </a:rPr>
              <a:t>Pilot proves demand; subscription is the annuity.</a:t>
            </a:r>
          </a:p>
          <a:p>
            <a:r>
              <a:rPr sz="800" b="0">
                <a:solidFill>
                  <a:srgbClr val="F5F8FC"/>
                </a:solidFill>
              </a:rPr>
              <a:t>Reddit query: agent validation authority pilot proves demand subscription annuity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 Validation &amp; Assurance Authority</dc:title>
  <dc:subject>PptxGenJS Presentation</dc:subject>
  <dc:creator>Created by Marp</dc:creator>
  <cp:lastModifiedBy>Created by Marp</cp:lastModifiedBy>
  <cp:revision>1</cp:revision>
  <dcterms:created xsi:type="dcterms:W3CDTF">2026-06-24T04:22:26Z</dcterms:created>
  <dcterms:modified xsi:type="dcterms:W3CDTF">2026-06-24T04:22:26Z</dcterms:modified>
</cp:coreProperties>
</file>