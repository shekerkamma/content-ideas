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04672"/>
            <a:ext cx="53035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0C9A7"/>
                </a:solidFill>
                <a:latin typeface="Calibri"/>
              </a:rPr>
              <a:t>REDDIT FACT-CHECK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63093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Agent Validation &amp; Assurance Authority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9631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612648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Client-ready draft built from the branded Canva template. This version includes Reddit HTML evidence, claim-level scoring, and source traceability.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24528"/>
            <a:ext cx="1874519" cy="329184"/>
          </a:xfrm>
          <a:prstGeom prst="round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4297680"/>
            <a:ext cx="166420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40 extracted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45152"/>
            <a:ext cx="1874519" cy="329184"/>
          </a:xfrm>
          <a:prstGeom prst="round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4718304"/>
            <a:ext cx="166420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15 Reddit-supported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65776"/>
            <a:ext cx="1874519" cy="329184"/>
          </a:xfrm>
          <a:prstGeom prst="round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5138928"/>
            <a:ext cx="166420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13 no Reddit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87568"/>
            <a:ext cx="39319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FB800"/>
                </a:solidFill>
                <a:latin typeface="Calibri"/>
              </a:rPr>
              <a:t>Built 2026-06-24 | Status: DRAFT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Evidence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8 Reddit threads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482 comments parsed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Primary facts still need official 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5760" y="256032"/>
            <a:ext cx="6949440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0A1628"/>
                </a:solidFill>
                <a:latin typeface="Calibri"/>
              </a:rPr>
              <a:t>Executive Verdict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768096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40" b="0">
                <a:solidFill>
                  <a:srgbClr val="1B2B3C"/>
                </a:solidFill>
                <a:latin typeface="Calibri"/>
              </a:rPr>
              <a:t>Reddit validation exists; hard facts still need primary-source review.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1234440"/>
            <a:ext cx="1572768" cy="85953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3776" y="1353312"/>
            <a:ext cx="56692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FFB800"/>
                </a:solidFill>
                <a:latin typeface="Calibri"/>
              </a:rPr>
              <a:t>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1325880"/>
            <a:ext cx="749808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alibri"/>
              </a:rPr>
              <a:t>Reddit-supported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48840" y="1234440"/>
            <a:ext cx="1572768" cy="85953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58568" y="1353312"/>
            <a:ext cx="56692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0A1628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62072" y="1325880"/>
            <a:ext cx="749808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alibri"/>
              </a:rPr>
              <a:t>weak Reddit support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13632" y="1234440"/>
            <a:ext cx="1572768" cy="85953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60" y="1353312"/>
            <a:ext cx="56692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E05A6B"/>
                </a:solidFill>
                <a:latin typeface="Calibri"/>
              </a:rPr>
              <a:t>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26864" y="1325880"/>
            <a:ext cx="749808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alibri"/>
              </a:rPr>
              <a:t>no Reddit evidence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78424" y="1234440"/>
            <a:ext cx="1572768" cy="85953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88152" y="1353312"/>
            <a:ext cx="56692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F2A83B"/>
                </a:solidFill>
                <a:latin typeface="Calibr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91656" y="1325880"/>
            <a:ext cx="749808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alibri"/>
              </a:rPr>
              <a:t>primary required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2304288"/>
            <a:ext cx="6492240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700"/>
              </a:spcBef>
            </a:pPr>
            <a:r>
              <a:rPr sz="1080" b="0">
                <a:solidFill>
                  <a:srgbClr val="1B2B3C"/>
                </a:solidFill>
                <a:latin typeface="Calibri"/>
              </a:rPr>
              <a:t>- Old Reddit HTML was parsed into evidence JSON.</a:t>
            </a:r>
          </a:p>
          <a:p>
            <a:pPr algn="l">
              <a:spcBef>
                <a:spcPts val="700"/>
              </a:spcBef>
            </a:pPr>
            <a:r>
              <a:rPr sz="1080" b="0">
                <a:solidFill>
                  <a:srgbClr val="1B2B3C"/>
                </a:solidFill>
                <a:latin typeface="Calibri"/>
              </a:rPr>
              <a:t>- Claims are scored against post and comment text.</a:t>
            </a:r>
          </a:p>
          <a:p>
            <a:pPr algn="l">
              <a:spcBef>
                <a:spcPts val="700"/>
              </a:spcBef>
            </a:pPr>
            <a:r>
              <a:rPr sz="1080" b="0">
                <a:solidFill>
                  <a:srgbClr val="1B2B3C"/>
                </a:solidFill>
                <a:latin typeface="Calibri"/>
              </a:rPr>
              <a:t>- Reddit supports language, pain, and objections; hard facts need official sources.</a:t>
            </a:r>
          </a:p>
          <a:p>
            <a:pPr algn="l">
              <a:spcBef>
                <a:spcPts val="700"/>
              </a:spcBef>
            </a:pPr>
            <a:r>
              <a:rPr sz="1080" b="0">
                <a:solidFill>
                  <a:srgbClr val="1B2B3C"/>
                </a:solidFill>
                <a:latin typeface="Calibri"/>
              </a:rPr>
              <a:t>- Status stays draft until human evidence review is complete.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Evidence base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8 source threads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482 comments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Old Reddit HTML extraction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5760" y="256032"/>
            <a:ext cx="6949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Calibri"/>
              </a:rPr>
              <a:t>Reddit Evidence Has Clear Limits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1024128"/>
            <a:ext cx="2176272" cy="318211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1024128"/>
            <a:ext cx="2176272" cy="1097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1325880"/>
            <a:ext cx="1874519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  <a:latin typeface="Calibri"/>
              </a:rPr>
              <a:t>Reddit can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1874519"/>
            <a:ext cx="178308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Operator pain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Practitioner language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Vendor complaints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Objections and demand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1024128"/>
            <a:ext cx="2176272" cy="318211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61488" y="1024128"/>
            <a:ext cx="2176272" cy="109728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07792" y="1325880"/>
            <a:ext cx="1874519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  <a:latin typeface="Calibri"/>
              </a:rPr>
              <a:t>Reddit cannot prove alone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1874519"/>
            <a:ext cx="178308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Market-size numbers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Regulatory meaning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Funding or headcount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Named-company facts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38928" y="1024128"/>
            <a:ext cx="2176272" cy="318211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38928" y="1024128"/>
            <a:ext cx="2176272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85232" y="1325880"/>
            <a:ext cx="1874519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  <a:latin typeface="Calibri"/>
              </a:rPr>
              <a:t>Output standard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21808" y="1874519"/>
            <a:ext cx="178308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Claim IDs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Source metadata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Short rationale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No opinion-only labels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Use Reddit as community evidence.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Use official sources for hard facts.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Label gaps explicitly.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5760" y="256032"/>
            <a:ext cx="6949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Calibri"/>
              </a:rPr>
              <a:t>Claim Triage Prioritizes Reddit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713232"/>
            <a:ext cx="640080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19" b="0">
                <a:solidFill>
                  <a:srgbClr val="1B2B3C"/>
                </a:solidFill>
                <a:latin typeface="Calibri"/>
              </a:rPr>
              <a:t>The biggest review load sits in market-language and operator-pain claims.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" y="1097280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1115568"/>
            <a:ext cx="210312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097280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2 | R2 M0 P0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1399032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" y="1417320"/>
            <a:ext cx="315468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41064" y="1417320"/>
            <a:ext cx="164592" cy="118872"/>
          </a:xfrm>
          <a:prstGeom prst="rect">
            <a:avLst/>
          </a:prstGeom>
          <a:solidFill>
            <a:srgbClr val="F2A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05656" y="1417320"/>
            <a:ext cx="164592" cy="11887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1399032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3 | R1 M1 P1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" y="1700784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" y="1719072"/>
            <a:ext cx="420624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92624" y="1719072"/>
            <a:ext cx="164592" cy="118872"/>
          </a:xfrm>
          <a:prstGeom prst="rect">
            <a:avLst/>
          </a:prstGeom>
          <a:solidFill>
            <a:srgbClr val="F2A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1700784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4 | R3 M1 P0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" y="2002536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" y="2020824"/>
            <a:ext cx="315468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2002536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3 | R3 M0 P0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" y="2304288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" y="2322576"/>
            <a:ext cx="420624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2304288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4 | R4 M0 P0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" y="2606040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" y="2624328"/>
            <a:ext cx="105156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2606040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1 | R1 M0 P0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" y="2907792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6384" y="2926080"/>
            <a:ext cx="210312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2907792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2 | R2 M0 P0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" y="3209544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" y="3227832"/>
            <a:ext cx="210312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3209544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2 | R2 M0 P0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" y="3511296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" y="3529584"/>
            <a:ext cx="105156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3511296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1 | R1 M0 P0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624" y="3813048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" y="3831336"/>
            <a:ext cx="315468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941064" y="3831336"/>
            <a:ext cx="164592" cy="11887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0" y="3813048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3 | R2 M0 P1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0624" y="4114800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" y="4133088"/>
            <a:ext cx="315468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0" y="4114800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3 | R3 M0 P0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624" y="4416552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" y="4434840"/>
            <a:ext cx="525780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0" y="4416552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5 | R5 M0 P0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0624" y="4718304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6384" y="4736592"/>
            <a:ext cx="420624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992624" y="4736592"/>
            <a:ext cx="493776" cy="11887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17920" y="4718304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4 | R1 M0 P3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0624" y="5020056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6384" y="5038344"/>
            <a:ext cx="315468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20" y="5020056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3 | R3 M0 P0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Teal/navy bars show Reddit review load.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Coral marks primary-source risk.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Amber means mixed evidence.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65760" y="256032"/>
            <a:ext cx="6949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0A1628"/>
                </a:solidFill>
                <a:latin typeface="Calibri"/>
              </a:rPr>
              <a:t>Claims That Still Need 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" y="960120"/>
            <a:ext cx="6629400" cy="62179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2336" y="960120"/>
            <a:ext cx="73152" cy="62179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1124712"/>
            <a:ext cx="4572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E05A6B"/>
                </a:solidFill>
                <a:latin typeface="Calibri"/>
              </a:rPr>
              <a:t>C-006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5" y="1060704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Calibri"/>
              </a:rPr>
              <a:t>April 17, 2026: regulators handed agentic AI back to the ba...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1115568"/>
            <a:ext cx="11887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20" b="0">
                <a:solidFill>
                  <a:srgbClr val="5B6B7C"/>
                </a:solidFill>
                <a:latin typeface="Calibri"/>
              </a:rPr>
              <a:t>no reddit evidence found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" y="1691640"/>
            <a:ext cx="6629400" cy="62179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2336" y="1691640"/>
            <a:ext cx="73152" cy="62179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1856232"/>
            <a:ext cx="4572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E05A6B"/>
                </a:solidFill>
                <a:latin typeface="Calibri"/>
              </a:rPr>
              <a:t>C-004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5" y="1792224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Calibri"/>
              </a:rPr>
              <a:t>2026: capability is commoditized; the model is no longer th...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1847088"/>
            <a:ext cx="11887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20" b="0">
                <a:solidFill>
                  <a:srgbClr val="5B6B7C"/>
                </a:solidFill>
                <a:latin typeface="Calibri"/>
              </a:rPr>
              <a:t>requires primary source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336" y="2423160"/>
            <a:ext cx="6629400" cy="62179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2336" y="2423160"/>
            <a:ext cx="73152" cy="62179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2587752"/>
            <a:ext cx="4572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E05A6B"/>
                </a:solidFill>
                <a:latin typeface="Calibri"/>
              </a:rPr>
              <a:t>C-023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5" y="2523744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Calibri"/>
              </a:rPr>
              <a:t>Beachhead: the SR 26-2 vacuum in financial services Banks m...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2578608"/>
            <a:ext cx="11887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20" b="0">
                <a:solidFill>
                  <a:srgbClr val="5B6B7C"/>
                </a:solidFill>
                <a:latin typeface="Calibri"/>
              </a:rPr>
              <a:t>requires primary source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2336" y="3154680"/>
            <a:ext cx="6629400" cy="62179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2336" y="3154680"/>
            <a:ext cx="73152" cy="62179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319272"/>
            <a:ext cx="4572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E05A6B"/>
                </a:solidFill>
                <a:latin typeface="Calibri"/>
              </a:rPr>
              <a:t>C-034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5" y="3255264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Calibri"/>
              </a:rPr>
              <a:t>The dossier maps to exactly what examiners already ask SR 2...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3310128"/>
            <a:ext cx="11887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20" b="0">
                <a:solidFill>
                  <a:srgbClr val="5B6B7C"/>
                </a:solidFill>
                <a:latin typeface="Calibri"/>
              </a:rPr>
              <a:t>requires primary source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" y="3886200"/>
            <a:ext cx="6629400" cy="62179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02336" y="3886200"/>
            <a:ext cx="73152" cy="62179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050791"/>
            <a:ext cx="4572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E05A6B"/>
                </a:solidFill>
                <a:latin typeface="Calibri"/>
              </a:rPr>
              <a:t>C-035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5" y="3986784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Calibri"/>
              </a:rPr>
              <a:t>Add the agentic layer SR 26-2 omits: tool-call safety, auto...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77840" y="4041648"/>
            <a:ext cx="11887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20" b="0">
                <a:solidFill>
                  <a:srgbClr val="5B6B7C"/>
                </a:solidFill>
                <a:latin typeface="Calibri"/>
              </a:rPr>
              <a:t>requires primary source 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Fix unsupported claims.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Attach official sources for numbers and rules.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Then mark reviewed.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749808"/>
            <a:ext cx="62179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Reddit Evidence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389888"/>
            <a:ext cx="6126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Curated old.reddit threads were parsed into JSON and scored against the claim pack.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11680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121408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103120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r/ChatGPT - I Tested OpenAI's $20/month “Agent” So You Don’t Have To. It Ca...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596896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578608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r/ArtificialInteligence - AI AGENTS today are far more DANGEROUS that you t...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62656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072384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R3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054096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r/u_ibm - What are the real challenges of automating with AI agents?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38144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547872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R4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3529584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r/AI_Agents - AI Agent Governance and Liability?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913632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023360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R5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005072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r/aiagents - I built an airgapped agent governance system in a week by chan...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389120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498848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R6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4480560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r/whennews - The PocketOS boss puts greater blame on Railway’s architecture...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864608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974336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R7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4956048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r/AI_Agents - Most of you shouldnt build an AI agent and heres why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Traceability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Source URLs are in the report.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Every claim has evidence status.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No opinion-only labels.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65760" y="256032"/>
            <a:ext cx="6949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>
                <a:solidFill>
                  <a:srgbClr val="0A1628"/>
                </a:solidFill>
                <a:latin typeface="Calibri"/>
              </a:rPr>
              <a:t>Delivery Artifacts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1078992"/>
            <a:ext cx="6537960" cy="74980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1078992"/>
            <a:ext cx="82296" cy="7498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1188719"/>
            <a:ext cx="175564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Calibri"/>
              </a:rPr>
              <a:t>Annotated source deck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05456" y="1207007"/>
            <a:ext cx="2286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0">
                <a:solidFill>
                  <a:srgbClr val="1B2B3C"/>
                </a:solidFill>
                <a:latin typeface="Calibri"/>
              </a:rPr>
              <a:t>Original review copy with claim rails and Fact Check Notes.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1243584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5B6B7C"/>
                </a:solidFill>
                <a:latin typeface="Calibri"/>
              </a:rPr>
              <a:t>PPTX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1993391"/>
            <a:ext cx="6537960" cy="74980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1993391"/>
            <a:ext cx="82296" cy="74980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" y="2103120"/>
            <a:ext cx="175564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Calibri"/>
              </a:rPr>
              <a:t>Evidence report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05456" y="2121408"/>
            <a:ext cx="2286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0">
                <a:solidFill>
                  <a:srgbClr val="1B2B3C"/>
                </a:solidFill>
                <a:latin typeface="Calibri"/>
              </a:rPr>
              <a:t>Markdown audit trail with claims, queries, and limitations.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2157984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5B6B7C"/>
                </a:solidFill>
                <a:latin typeface="Calibri"/>
              </a:rPr>
              <a:t>MD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2907791"/>
            <a:ext cx="6537960" cy="74980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1480" y="2907791"/>
            <a:ext cx="82296" cy="749808"/>
          </a:xfrm>
          <a:prstGeom prst="rect">
            <a:avLst/>
          </a:prstGeom>
          <a:solidFill>
            <a:srgbClr val="F2A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" y="3017520"/>
            <a:ext cx="175564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Calibri"/>
              </a:rPr>
              <a:t>Machine artifacts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05456" y="3035808"/>
            <a:ext cx="2286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0">
                <a:solidFill>
                  <a:srgbClr val="1B2B3C"/>
                </a:solidFill>
                <a:latin typeface="Calibri"/>
              </a:rPr>
              <a:t>JSON source for repeatable scoring and regeneration.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66360" y="3072384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5B6B7C"/>
                </a:solidFill>
                <a:latin typeface="Calibri"/>
              </a:rPr>
              <a:t>JSON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Source deck: editing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Dossier: executive readout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JSON: reproducibility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65760" y="457200"/>
            <a:ext cx="13716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0C9A7"/>
                </a:solidFill>
                <a:latin typeface="Calibri"/>
              </a:rPr>
              <a:t>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914400"/>
            <a:ext cx="6492240" cy="8046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Move From Claim Extraction To Evidence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1993392"/>
            <a:ext cx="630936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800"/>
              </a:spcBef>
            </a:pPr>
            <a:r>
              <a:rPr sz="1080" b="0">
                <a:solidFill>
                  <a:srgbClr val="1B2B3C"/>
                </a:solidFill>
                <a:latin typeface="Calibri"/>
              </a:rPr>
              <a:t>- Edit unsupported claims in the annotated source deck.</a:t>
            </a:r>
          </a:p>
          <a:p>
            <a:pPr algn="l">
              <a:spcBef>
                <a:spcPts val="800"/>
              </a:spcBef>
            </a:pPr>
            <a:r>
              <a:rPr sz="1080" b="0">
                <a:solidFill>
                  <a:srgbClr val="1B2B3C"/>
                </a:solidFill>
                <a:latin typeface="Calibri"/>
              </a:rPr>
              <a:t>- Keep Reddit-backed language where it reflects operator pain.</a:t>
            </a:r>
          </a:p>
          <a:p>
            <a:pPr algn="l">
              <a:spcBef>
                <a:spcPts val="800"/>
              </a:spcBef>
            </a:pPr>
            <a:r>
              <a:rPr sz="1080" b="0">
                <a:solidFill>
                  <a:srgbClr val="1B2B3C"/>
                </a:solidFill>
                <a:latin typeface="Calibri"/>
              </a:rPr>
              <a:t>- Attach official sources for SR 26-2, Gartner, named-company facts, and numbers.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736592"/>
            <a:ext cx="6400800" cy="38404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837176"/>
            <a:ext cx="58521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80" b="1">
                <a:solidFill>
                  <a:srgbClr val="0A1628"/>
                </a:solidFill>
                <a:latin typeface="Calibri"/>
              </a:rPr>
              <a:t>Current status: EVIDENCE DRAFT - Reddit evidence attached, primary-source review pending.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Reviewed when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Primary facts sourced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Noisy matches removed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Deck QA passed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10912</Words>
  <Application>Microsoft Office PowerPoint</Application>
  <PresentationFormat>Widescreen</PresentationFormat>
  <Paragraphs>1188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sheker kamma</dc:creator>
  <cp:keywords/>
  <dc:description>generated using python-pptx</dc:description>
  <cp:lastModifiedBy>sheker kamma</cp:lastModifiedBy>
  <cp:revision>1</cp:revision>
  <dcterms:created xsi:type="dcterms:W3CDTF">2013-01-27T09:14:16Z</dcterms:created>
  <dcterms:modified xsi:type="dcterms:W3CDTF">2026-05-25T15:25:33Z</dcterms:modified>
  <cp:category/>
</cp:coreProperties>
</file>