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9476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40233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Use Fable 5 Before It Disappears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7627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68580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DCE6EF"/>
                </a:solidFill>
                <a:latin typeface="Calibri"/>
              </a:rPr>
              <a:t>A comprehensive operating deck for turning temporary model access into durable product and workflow assets.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10128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10712"/>
            <a:ext cx="384048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364992"/>
            <a:ext cx="43891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Improve reusable 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23944"/>
            <a:ext cx="384048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078224"/>
            <a:ext cx="43891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Stress-test existing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36592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37176"/>
            <a:ext cx="384048" cy="109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791456"/>
            <a:ext cx="43891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Plan ambitious 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3317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1078992"/>
            <a:ext cx="2112264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Temporary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103120"/>
            <a:ext cx="23317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2176272"/>
            <a:ext cx="2112264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Reusable assets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3200400"/>
            <a:ext cx="233172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8" y="3273552"/>
            <a:ext cx="2112264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Implementation plans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68128" y="1609344"/>
            <a:ext cx="0" cy="402336"/>
          </a:xfrm>
          <a:prstGeom prst="line">
            <a:avLst/>
          </a:prstGeom>
          <a:ln w="22225">
            <a:solidFill>
              <a:srgbClr val="FFB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68128" y="2706624"/>
            <a:ext cx="0" cy="402336"/>
          </a:xfrm>
          <a:prstGeom prst="line">
            <a:avLst/>
          </a:prstGeom>
          <a:ln w="22225">
            <a:solidFill>
              <a:srgbClr val="FFB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915400" y="4572000"/>
            <a:ext cx="2542032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B800"/>
                </a:solidFill>
                <a:latin typeface="Calibri"/>
              </a:rPr>
              <a:t>Output: assets that remain useful after the access window closes.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Use the window on reusable leverage, not random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video's central advice is to spend scarce access on work that compounds.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1094415" cy="6858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64208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60" b="1" i="0">
                <a:solidFill>
                  <a:srgbClr val="FFB800"/>
                </a:solidFill>
                <a:latin typeface="Calibri"/>
              </a:rPr>
              <a:t>BOTTOM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554480"/>
            <a:ext cx="963137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The best use of Fable 5 is to improve durable assets: skills you use daily, features that must work, and architecture decisions with broad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42032"/>
            <a:ext cx="34290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42032"/>
            <a:ext cx="64008" cy="13533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724912"/>
            <a:ext cx="30449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Where it shines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127248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Large context, ambiguous systems, and work that needs cross-file or cross-workflow reasoning.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542032"/>
            <a:ext cx="34290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542032"/>
            <a:ext cx="64008" cy="135331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724912"/>
            <a:ext cx="30449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Where to spend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127248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Assets and decisions that persist after the window closes, not throwaway experimentation.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542032"/>
            <a:ext cx="34290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5A6B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542032"/>
            <a:ext cx="64008" cy="135331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2724912"/>
            <a:ext cx="30449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What to codify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3127248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Model routing, improved skill instructions, feature punch lists, and implementation-grade plans.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" y="4370832"/>
            <a:ext cx="4480560" cy="11430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535424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1" i="0">
                <a:solidFill>
                  <a:srgbClr val="008F75"/>
                </a:solidFill>
                <a:latin typeface="Calibri"/>
              </a:rPr>
              <a:t>Executive 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864608"/>
            <a:ext cx="4041648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Start with the highest-leverage reusable asset.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Provide full context, not a thin prompt.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Turn the output into a checklist, spec, or reusable instruction.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5392" y="4370832"/>
            <a:ext cx="4480560" cy="11430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535424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1" i="0">
                <a:solidFill>
                  <a:srgbClr val="008F75"/>
                </a:solidFill>
                <a:latin typeface="Calibri"/>
              </a:rPr>
              <a:t>Delivery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4864608"/>
            <a:ext cx="4041648" cy="5760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Every recommendation must map to a specific workflow.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Every workflow needs an owner and next action.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Every output must be saved in the system of work.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OPERATING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Fable is best when the task needs broad context and durable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value is not generic cleverness; it is context absorption plus usable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865376"/>
            <a:ext cx="2139696" cy="122529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029968"/>
            <a:ext cx="186537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Broad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395728"/>
            <a:ext cx="186537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Files, notes, product intent, prior decisions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62656" y="2478024"/>
            <a:ext cx="457200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75304" y="1865376"/>
            <a:ext cx="2139696" cy="122529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2029968"/>
            <a:ext cx="186537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Reasoning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95728"/>
            <a:ext cx="186537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Find the pattern, contradiction, or missing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51576" y="2478024"/>
            <a:ext cx="457200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4224" y="1865376"/>
            <a:ext cx="2139696" cy="122529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029968"/>
            <a:ext cx="186537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Durable 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2395728"/>
            <a:ext cx="186537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Updated skill, implementation plan, or decision map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0496" y="2478024"/>
            <a:ext cx="457200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53143" y="1865376"/>
            <a:ext cx="2139696" cy="122529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3" y="2029968"/>
            <a:ext cx="186537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Codified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3" y="2395728"/>
            <a:ext cx="186537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Reuse it in daily work after access ends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31920"/>
            <a:ext cx="9966960" cy="12070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4187952"/>
            <a:ext cx="12801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B800"/>
                </a:solidFill>
                <a:latin typeface="Calibri"/>
              </a:rPr>
              <a:t>Decision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4096512"/>
            <a:ext cx="806500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Fable when losing context would change the answer. Use smaller tools when the task is narrow, mechanical, or already decomposed.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The video resolves into three high-value moves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Each move turns temporary model access into reusable operating leverage.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847088"/>
            <a:ext cx="3127248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66543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68880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0A1628"/>
                </a:solidFill>
                <a:latin typeface="Calibri"/>
              </a:rPr>
              <a:t>Improve reusable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236976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Daily-driver instructions, skill chains, and workflow helpers.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847088"/>
            <a:ext cx="3127248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2066543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2468880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0A1628"/>
                </a:solidFill>
                <a:latin typeface="Calibri"/>
              </a:rPr>
              <a:t>Stress-test existing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3236976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Find root causes and missed implementation paths before launch.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847088"/>
            <a:ext cx="3127248" cy="2322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066543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468880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1" i="0">
                <a:solidFill>
                  <a:srgbClr val="0A1628"/>
                </a:solidFill>
                <a:latin typeface="Calibri"/>
              </a:rPr>
              <a:t>Plan ambitious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236976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Research and design features that require many moving parts.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33872"/>
            <a:ext cx="10863072" cy="411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916168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NEXT MOVE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5897880"/>
            <a:ext cx="9418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Run the moves in order: improve the tools, harden the product, then plan the next complex build.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REUSABLE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Move 1: improve skills that shape daily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first demonstrated use case is a reusable skill-library improvement 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00784"/>
            <a:ext cx="2788920" cy="340156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87168"/>
            <a:ext cx="21945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19" b="0" i="0">
                <a:solidFill>
                  <a:srgbClr val="DCE6EF"/>
                </a:solidFill>
                <a:latin typeface="Calibri"/>
              </a:rPr>
              <a:t>•  Skills are daily drivers, so improvements compound.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19" b="0" i="0">
                <a:solidFill>
                  <a:srgbClr val="DCE6EF"/>
                </a:solidFill>
                <a:latin typeface="Calibri"/>
              </a:rPr>
              <a:t>•  Good skills capture intent, context, and handoffs.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019" b="0" i="0">
                <a:solidFill>
                  <a:srgbClr val="DCE6EF"/>
                </a:solidFill>
                <a:latin typeface="Calibri"/>
              </a:rPr>
              <a:t>•  The output survives after temporary access closes.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1920240" cy="640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1"/>
            <a:ext cx="1700784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Current skill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874519"/>
            <a:ext cx="1920240" cy="6400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1947671"/>
            <a:ext cx="1700784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Fable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874519"/>
            <a:ext cx="1920240" cy="640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8" y="1947671"/>
            <a:ext cx="1700784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Improved instruction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82512" y="2194560"/>
            <a:ext cx="493776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97112" y="2194560"/>
            <a:ext cx="493776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60520" y="3072384"/>
            <a:ext cx="3246120" cy="157276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3236976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1" i="0">
                <a:solidFill>
                  <a:srgbClr val="008F75"/>
                </a:solidFill>
                <a:latin typeface="Calibri"/>
              </a:rPr>
              <a:t>What Fable should inspect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3566160"/>
            <a:ext cx="280720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Trigger description and activation clarity.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Dependency handoffs between related skills.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Edge cases where the skill can drift.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Concrete acceptance criteria for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072384"/>
            <a:ext cx="3246120" cy="1572768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7" y="3236976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1" i="0">
                <a:solidFill>
                  <a:srgbClr val="008F75"/>
                </a:solidFill>
                <a:latin typeface="Calibri"/>
              </a:rPr>
              <a:t>What gets codified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5" y="3566160"/>
            <a:ext cx="2807208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Shorter instructions.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Sharper routing rules.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Explicit deliverable gates.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Reusable workflow sequence.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833872"/>
            <a:ext cx="10863072" cy="411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16168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NEXT MOVE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0784" y="5897880"/>
            <a:ext cx="9418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Do not spend the window on isolated prompts; spend it on the instructions that run your work repeatedly.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Skill improvement becomes a repeatable four-step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demo flow can be standardized across any high-use skill or plugin.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847088"/>
            <a:ext cx="217627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847088"/>
            <a:ext cx="2176272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3969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Select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05456"/>
            <a:ext cx="1874519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Route the session to Fable for the review pass.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9232" y="2587752"/>
            <a:ext cx="457200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02736" y="1847088"/>
            <a:ext cx="217627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02736" y="1847088"/>
            <a:ext cx="2176272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13969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Load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505456"/>
            <a:ext cx="1874519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Provide the skill, related helpers, and desired behavior.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15584" y="2587752"/>
            <a:ext cx="457200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19088" y="1847088"/>
            <a:ext cx="217627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9088" y="1847088"/>
            <a:ext cx="2176272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13969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Compare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505456"/>
            <a:ext cx="1874519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Separate useful changes from generic advice.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31936" y="2587752"/>
            <a:ext cx="457200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35440" y="1847088"/>
            <a:ext cx="217627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847088"/>
            <a:ext cx="2176272" cy="1188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2139696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A1628"/>
                </a:solidFill>
                <a:latin typeface="Calibri"/>
              </a:rPr>
              <a:t>Codify updates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2505456"/>
            <a:ext cx="1874519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Patch instructions, rerun, and keep the improved version.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8992" y="4041648"/>
            <a:ext cx="10021824" cy="1042415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242816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30" b="1" i="0">
                <a:solidFill>
                  <a:srgbClr val="008F75"/>
                </a:solidFill>
                <a:latin typeface="Calibri"/>
              </a:rPr>
              <a:t>Quality 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59152" y="4151376"/>
            <a:ext cx="839419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A good result changes behavior: clearer trigger, fewer ambiguous handoffs, stronger edge-case handling, and a cleaner next-run checklist.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QUALITY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Good skill feedback improves intent, handoffs, and edge-case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goal is not a longer instruction; the goal is a more reliable operator.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627632"/>
            <a:ext cx="205740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1627632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746504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46504"/>
            <a:ext cx="7543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The trigger and user promise are clear enough to route correctly.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40864"/>
            <a:ext cx="205740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2340864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459736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459736"/>
            <a:ext cx="7543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The skill knows what files, examples, and constraints matter.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054096"/>
            <a:ext cx="205740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800" y="3054096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172968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Handoffs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172968"/>
            <a:ext cx="7543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Upstream and downstream skills receive explicit artifacts.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767328"/>
            <a:ext cx="205740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71800" y="3767328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3886200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Failure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886200"/>
            <a:ext cx="7543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Blocked states, fallback paths, and status labels are defined.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480560"/>
            <a:ext cx="205740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4480560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" y="4599432"/>
            <a:ext cx="171907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A1628"/>
                </a:solidFill>
                <a:latin typeface="Calibri"/>
              </a:rPr>
              <a:t>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599432"/>
            <a:ext cx="7543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1B2B3C"/>
                </a:solidFill>
                <a:latin typeface="Calibri"/>
              </a:rPr>
              <a:t>The skill requires evidence before marking work complete.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833872"/>
            <a:ext cx="10863072" cy="411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916168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NEXT MOVE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5897880"/>
            <a:ext cx="9418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Treat skill updates as product work: fewer words, clearer behavior, better verification.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PRODUCT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Move 2: stress-test existing features before they reach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second use case turns Fable into a project reviewer for systems already in motion.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828800"/>
            <a:ext cx="2971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1828800"/>
            <a:ext cx="64008" cy="1371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11680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414016"/>
            <a:ext cx="2587752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A project with a feature that almost works but has unresolved failures.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576" y="1828800"/>
            <a:ext cx="2971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8576" y="1828800"/>
            <a:ext cx="64008" cy="13716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011680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Review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414016"/>
            <a:ext cx="2587752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Ask for root cause, architecture fit, tool usage, and why prior fixes did not solve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1828800"/>
            <a:ext cx="2971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5A6B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0768" y="1828800"/>
            <a:ext cx="64008" cy="1371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2011680"/>
            <a:ext cx="258775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414016"/>
            <a:ext cx="2587752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A ranked fix plan with the real bottleneck, implementation sequence, and verification steps.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03904" y="2514600"/>
            <a:ext cx="731520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26096" y="2514600"/>
            <a:ext cx="731520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78992" y="3977639"/>
            <a:ext cx="10021824" cy="10241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6736" y="4187952"/>
            <a:ext cx="126187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90" b="1" i="0">
                <a:solidFill>
                  <a:srgbClr val="FFB800"/>
                </a:solidFill>
                <a:latin typeface="Calibri"/>
              </a:rPr>
              <a:t>Practical standard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096512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A useful review explains why the previous attempts failed and what specific change should be made first.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DIAGNOSTIC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Feature review should move from symptom to implementation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recurring trap is fixing visible errors while missing the actual system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828800"/>
            <a:ext cx="1719072" cy="502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1499616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505456"/>
            <a:ext cx="1719072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What keeps failing?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0592" y="2084831"/>
            <a:ext cx="402336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80944" y="1828800"/>
            <a:ext cx="1719072" cy="502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901952"/>
            <a:ext cx="1499616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System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505456"/>
            <a:ext cx="1719072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Where does the work actually run?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2084831"/>
            <a:ext cx="402336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85232" y="1828800"/>
            <a:ext cx="1719072" cy="502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901952"/>
            <a:ext cx="1499616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Tool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505456"/>
            <a:ext cx="1719072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Which tools are used or ignored?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59168" y="2084831"/>
            <a:ext cx="402336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89520" y="1828800"/>
            <a:ext cx="1719072" cy="5029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01952"/>
            <a:ext cx="1499616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505456"/>
            <a:ext cx="1719072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What explains repeated failure?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63456" y="2084831"/>
            <a:ext cx="402336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93808" y="1828800"/>
            <a:ext cx="1719072" cy="5029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3536" y="1901952"/>
            <a:ext cx="1499616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0A1628"/>
                </a:solidFill>
                <a:latin typeface="Calibri"/>
              </a:rPr>
              <a:t>Fix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8" y="2505456"/>
            <a:ext cx="1719072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What changes first, second, third?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3858768"/>
            <a:ext cx="4709160" cy="122529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4023360"/>
            <a:ext cx="430682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1" i="0">
                <a:solidFill>
                  <a:srgbClr val="008F75"/>
                </a:solidFill>
                <a:latin typeface="Calibri"/>
              </a:rPr>
              <a:t>Review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" y="4352544"/>
            <a:ext cx="4270248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What did previous attempts assume incorrectly?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Which server or client path owns the behavior?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Where should logging, events, or state changes happen?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What proves the fix actually worked?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858768"/>
            <a:ext cx="4709160" cy="1225296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8" y="4023360"/>
            <a:ext cx="430682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1" i="0">
                <a:solidFill>
                  <a:srgbClr val="008F75"/>
                </a:solidFill>
                <a:latin typeface="Calibri"/>
              </a:rPr>
              <a:t>Expected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4352544"/>
            <a:ext cx="4270248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A precise diagnosis.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A sequenced fix plan.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A verification checklist.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A clear owner for follow-through.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COMPLEX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Move 3: use Fable for ambitious systems that need many moving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third use case is planning and research where context fragmentation causes bad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37360"/>
            <a:ext cx="10607040" cy="309067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148840"/>
            <a:ext cx="13258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221992"/>
            <a:ext cx="1106424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148840"/>
            <a:ext cx="13258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221992"/>
            <a:ext cx="1106424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148840"/>
            <a:ext cx="13258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2221992"/>
            <a:ext cx="1106424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Existing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148840"/>
            <a:ext cx="13258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2221992"/>
            <a:ext cx="1106424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2148840"/>
            <a:ext cx="13258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2221992"/>
            <a:ext cx="1106424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User experience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0592" y="2395728"/>
            <a:ext cx="420624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25112" y="2395728"/>
            <a:ext cx="420624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99631" y="2395728"/>
            <a:ext cx="420625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74152" y="2395728"/>
            <a:ext cx="420624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95344" y="3401568"/>
            <a:ext cx="4462272" cy="676656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9663" y="3593592"/>
            <a:ext cx="391363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FFFFFF"/>
                </a:solidFill>
                <a:latin typeface="Calibri"/>
              </a:rPr>
              <a:t>Integrated implementation plan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80" y="2761488"/>
            <a:ext cx="0" cy="566928"/>
          </a:xfrm>
          <a:prstGeom prst="line">
            <a:avLst/>
          </a:prstGeom>
          <a:ln w="22225">
            <a:solidFill>
              <a:srgbClr val="FFB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8368" y="5833872"/>
            <a:ext cx="10863072" cy="411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916168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NEXT MOVE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5897880"/>
            <a:ext cx="9418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Use the larger context window when the answer depends on combining notes, docs, code, and product intent.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ARCHITECTURE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The complex example is a server-side streaming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model is asked to reason across backend events, token streaming, and the user-facing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874519"/>
            <a:ext cx="1572768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399"/>
            <a:ext cx="13350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Server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41447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Where work executes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0592" y="2505455"/>
            <a:ext cx="603504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63824" y="1874519"/>
            <a:ext cx="1572768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2057399"/>
            <a:ext cx="13350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Event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2696" y="2441447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Progress and state changes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3168" y="2505455"/>
            <a:ext cx="603504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1874519"/>
            <a:ext cx="1572768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5272" y="2057399"/>
            <a:ext cx="13350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Token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5272" y="2441447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Generated response updates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5744" y="2505455"/>
            <a:ext cx="603504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08975" y="1874519"/>
            <a:ext cx="1572768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7" y="2057399"/>
            <a:ext cx="13350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Front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7" y="2441447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User-visible status and result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18319" y="2505455"/>
            <a:ext cx="603504" cy="0"/>
          </a:xfrm>
          <a:prstGeom prst="line">
            <a:avLst/>
          </a:prstGeom>
          <a:ln w="22225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31552" y="1874519"/>
            <a:ext cx="1572768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50424" y="2057399"/>
            <a:ext cx="13350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0424" y="2441447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1B2B3C"/>
                </a:solidFill>
                <a:latin typeface="Calibri"/>
              </a:rPr>
              <a:t>Pause, interrupt, resume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5568" y="4005072"/>
            <a:ext cx="4480560" cy="117043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6736" y="4169664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1" i="0">
                <a:solidFill>
                  <a:srgbClr val="008F75"/>
                </a:solidFill>
                <a:latin typeface="Calibri"/>
              </a:rPr>
              <a:t>Planning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4498848"/>
            <a:ext cx="4041648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Which events should stream to the user?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Which state changes need persistence?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How do pause and interrupt cases behave?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What feedback proves the system is still working?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4005072"/>
            <a:ext cx="4480560" cy="117043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4169664"/>
            <a:ext cx="407822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90" b="1" i="0">
                <a:solidFill>
                  <a:srgbClr val="008F75"/>
                </a:solidFill>
                <a:latin typeface="Calibri"/>
              </a:rPr>
              <a:t>Output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1424" y="4498848"/>
            <a:ext cx="4041648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Component responsibilities.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Event vocabulary.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Implementation order.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00" b="0" i="0">
                <a:solidFill>
                  <a:srgbClr val="1B2B3C"/>
                </a:solidFill>
                <a:latin typeface="Calibri"/>
              </a:rPr>
              <a:t>•  Verification cases.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OPERATING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The advantage is fewer context breaks and better cross-cutting 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Smaller chunks still work, but they can miss system-wide interactions.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19072"/>
            <a:ext cx="4992624" cy="3383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4224" y="1719072"/>
            <a:ext cx="4992624" cy="3383280"/>
          </a:xfrm>
          <a:prstGeom prst="roundRect">
            <a:avLst>
              <a:gd name="adj" fmla="val 5000"/>
            </a:avLst>
          </a:prstGeom>
          <a:solidFill>
            <a:srgbClr val="E0F7F1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011680"/>
            <a:ext cx="437083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Small-chunk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2011680"/>
            <a:ext cx="437083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Integrated planning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633472"/>
            <a:ext cx="4315968" cy="15910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Break problem into many parts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Research each part separately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Manually merge recommendations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Risk conflicting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633472"/>
            <a:ext cx="4315968" cy="15910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Load broader context at once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Reason across code, docs, and intent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Return a sequenced plan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•  Expose contradictions earlier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833872"/>
            <a:ext cx="10863072" cy="411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916168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NEXT 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5897880"/>
            <a:ext cx="94183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Use Fable when the risk is not a missing answer, but a fragmented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FINDINGS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The most useful findings are the ones that change the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video highlights several issue classes that matter before implementation.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37360"/>
            <a:ext cx="47548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737360"/>
            <a:ext cx="64008" cy="1005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920240"/>
            <a:ext cx="4370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Repeated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322576"/>
            <a:ext cx="4370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Prior fixes kept circling without addressing the real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737360"/>
            <a:ext cx="47548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B800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737360"/>
            <a:ext cx="64008" cy="1005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1920240"/>
            <a:ext cx="4370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Pause and interrupt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322576"/>
            <a:ext cx="4370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Control paths needed clearer state and user-facing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182112"/>
            <a:ext cx="47548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5A6B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182112"/>
            <a:ext cx="64008" cy="100584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364992"/>
            <a:ext cx="4370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Incorrect assumptions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3767328"/>
            <a:ext cx="4370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Some implementation ideas were factually wrong for the stack.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3182112"/>
            <a:ext cx="47548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8F7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3182112"/>
            <a:ext cx="64008" cy="1005840"/>
          </a:xfrm>
          <a:prstGeom prst="rect">
            <a:avLst/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3364992"/>
            <a:ext cx="4370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Missed areas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767328"/>
            <a:ext cx="4370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The review surfaced parts of the system not previously inspected.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5568" y="4956048"/>
            <a:ext cx="9930384" cy="53035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88" y="5065776"/>
            <a:ext cx="938174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A good model pass should not just sound smart; it should change the implementation order.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48056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1" i="0">
                <a:solidFill>
                  <a:srgbClr val="008F75"/>
                </a:solidFill>
                <a:latin typeface="Calibri"/>
              </a:rPr>
              <a:t>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80" b="1" i="0">
                <a:solidFill>
                  <a:srgbClr val="0A1628"/>
                </a:solidFill>
                <a:latin typeface="Calibri"/>
              </a:rPr>
              <a:t>Turn the remaining window into a five-day asset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42415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0" i="0">
                <a:solidFill>
                  <a:srgbClr val="5B6B7C"/>
                </a:solidFill>
                <a:latin typeface="Calibri"/>
              </a:rPr>
              <a:t>The operating plan converts temporary access into saved, reusable improvements.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01952"/>
            <a:ext cx="1874519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01952"/>
            <a:ext cx="1874519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237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Pick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80944"/>
            <a:ext cx="15087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1B2B3C"/>
                </a:solidFill>
                <a:latin typeface="Calibri"/>
              </a:rPr>
              <a:t>Choose one high-use skill and one product feature.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901952"/>
            <a:ext cx="1874519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1901952"/>
            <a:ext cx="1874519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1993392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Day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5237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Improve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980944"/>
            <a:ext cx="15087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1B2B3C"/>
                </a:solidFill>
                <a:latin typeface="Calibri"/>
              </a:rPr>
              <a:t>Run the review, patch instructions, and retest.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901952"/>
            <a:ext cx="1874519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901952"/>
            <a:ext cx="1874519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1993392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Day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5237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Review 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980944"/>
            <a:ext cx="15087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1B2B3C"/>
                </a:solidFill>
                <a:latin typeface="Calibri"/>
              </a:rPr>
              <a:t>Diagnose root cause and build the fix sequence.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901952"/>
            <a:ext cx="1874519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1901952"/>
            <a:ext cx="1874519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1993392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Day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5237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Plan complex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980944"/>
            <a:ext cx="15087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1B2B3C"/>
                </a:solidFill>
                <a:latin typeface="Calibri"/>
              </a:rPr>
              <a:t>Feed notes, code, docs, and desired behavior.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1901952"/>
            <a:ext cx="1874519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901952"/>
            <a:ext cx="1874519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8672" y="1993392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FFB800"/>
                </a:solidFill>
                <a:latin typeface="Calibri"/>
              </a:rPr>
              <a:t>Day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5237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Codify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2980944"/>
            <a:ext cx="150876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20" b="0" i="0">
                <a:solidFill>
                  <a:srgbClr val="1B2B3C"/>
                </a:solidFill>
                <a:latin typeface="Calibri"/>
              </a:rPr>
              <a:t>Save plans, update checklists, and lock the workflow.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33856" y="4846320"/>
            <a:ext cx="9912096" cy="54864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89888" y="4974336"/>
            <a:ext cx="940003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Success condition: by the end of the sprint, the work is embedded in skills, specs, checklists, or implementation plans.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5B6B7C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7498079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50" b="1" i="0">
                <a:solidFill>
                  <a:srgbClr val="FFFFFF"/>
                </a:solidFill>
                <a:latin typeface="Calibri"/>
              </a:rPr>
              <a:t>Use Fable for the work that keeps paying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2344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59152"/>
            <a:ext cx="6720840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DCE6EF"/>
                </a:solidFill>
                <a:latin typeface="Calibri"/>
              </a:rPr>
              <a:t>The video's practical message is simple: do not spend scarce access on isolated experiments. Spend it on the skills, product reviews, and complex plans that become part of the operating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67328"/>
            <a:ext cx="329184" cy="329184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9624"/>
            <a:ext cx="329184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794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FFFFFF"/>
                </a:solidFill>
                <a:latin typeface="Calibri"/>
              </a:rPr>
              <a:t>Improve daily-driver 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52544"/>
            <a:ext cx="329184" cy="329184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329184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37997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FFFFFF"/>
                </a:solidFill>
                <a:latin typeface="Calibri"/>
              </a:rPr>
              <a:t>Stress-test existing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329184" cy="329184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0056"/>
            <a:ext cx="329184" cy="91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49651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90" b="1" i="0">
                <a:solidFill>
                  <a:srgbClr val="FFFFFF"/>
                </a:solidFill>
                <a:latin typeface="Calibri"/>
              </a:rPr>
              <a:t>Plan hard systems with full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325880"/>
            <a:ext cx="3063240" cy="3611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55648"/>
            <a:ext cx="24231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Recommended next 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322576"/>
            <a:ext cx="2359152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Pick the highest-leverage reusable asset today and turn Fable's output into a committed workflow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9436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889098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