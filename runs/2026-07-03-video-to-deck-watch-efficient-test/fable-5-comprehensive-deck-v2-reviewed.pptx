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4114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42415"/>
            <a:ext cx="6949440" cy="969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 to use Fable 5 while the window is still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8872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65836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DCE6EF"/>
                </a:solidFill>
                <a:latin typeface="Calibri"/>
              </a:rPr>
              <a:t>A rebuilt deck with articulated narrative, demo-specific findings, and editable workflow diagrams.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37560"/>
            <a:ext cx="310896" cy="310896"/>
          </a:xfrm>
          <a:prstGeom prst="roundRect">
            <a:avLst>
              <a:gd name="adj" fmla="val 35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10712"/>
            <a:ext cx="310896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383280"/>
            <a:ext cx="50292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Improve daily-driver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310896" cy="310896"/>
          </a:xfrm>
          <a:prstGeom prst="roundRect">
            <a:avLst>
              <a:gd name="adj" fmla="val 35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50791"/>
            <a:ext cx="310896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023359"/>
            <a:ext cx="50292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Diagnose existing product loops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310896" cy="310896"/>
          </a:xfrm>
          <a:prstGeom prst="roundRect">
            <a:avLst>
              <a:gd name="adj" fmla="val 35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90872"/>
            <a:ext cx="310896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663440"/>
            <a:ext cx="50292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Plan ambitious systems with full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051560"/>
            <a:ext cx="2423160" cy="7498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3688" y="1124712"/>
            <a:ext cx="2203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Scarce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362456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Do not spend it on throwaway prompts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240280"/>
            <a:ext cx="2423160" cy="7498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313432"/>
            <a:ext cx="2203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High-context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551176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Hold intent, details, and system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429000"/>
            <a:ext cx="2423160" cy="7498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3502152"/>
            <a:ext cx="22037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Durable artifact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3739896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Skill patch, fix plan, or spec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40112" y="1847088"/>
            <a:ext cx="0" cy="329184"/>
          </a:xfrm>
          <a:prstGeom prst="line">
            <a:avLst/>
          </a:prstGeom>
          <a:ln w="20320">
            <a:solidFill>
              <a:srgbClr val="FFB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40112" y="3035808"/>
            <a:ext cx="0" cy="329184"/>
          </a:xfrm>
          <a:prstGeom prst="line">
            <a:avLst/>
          </a:prstGeom>
          <a:ln w="20320">
            <a:solidFill>
              <a:srgbClr val="FFB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889098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Spend the window on assets that compound after access closes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25296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The opening argument is clear: avoid random one-shots and invest Fable into reusable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1094415" cy="786384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1051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B8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700784"/>
            <a:ext cx="1004285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FFFFFF"/>
                </a:solidFill>
                <a:latin typeface="Calibri"/>
              </a:rPr>
              <a:t>Fable 5 preserves intent across many details, then turns that understanding into a reusable operating artifact.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32461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97480"/>
            <a:ext cx="54864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4378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9544"/>
            <a:ext cx="2880360" cy="9509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Use Fable to improve the instructions that run daily work: GTM strategy, positioning, pricing, landing pages, and design handoffs.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697480"/>
            <a:ext cx="32461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2697480"/>
            <a:ext cx="54864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84378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Existing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209544"/>
            <a:ext cx="2880360" cy="9509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Use Fable to find root causes when repeated patches do not explain why an agent loop or product feature keeps failing.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697480"/>
            <a:ext cx="32461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2697480"/>
            <a:ext cx="54864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84378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New builds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209544"/>
            <a:ext cx="2880360" cy="9509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Use Fable to merge notes, code, research, and product intent into a plan for complex features such as streaming UX.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7492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22122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519379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The question is not whether Fable is impressive; it is which work deserves the expensive context window.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THE OPENING FRAMES AN ALLOCATION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speaker contrasts throwaway experiments with three concrete uses that produce durable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48840"/>
            <a:ext cx="3108960" cy="91440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221992"/>
            <a:ext cx="28895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59736"/>
            <a:ext cx="288950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One-shot designs and throwaway 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48840"/>
            <a:ext cx="3108960" cy="914400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2221992"/>
            <a:ext cx="28895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459736"/>
            <a:ext cx="288950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Three reusable workflows that keep paying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4" y="2404872"/>
            <a:ext cx="71323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840480"/>
            <a:ext cx="854964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3840480"/>
            <a:ext cx="54864" cy="10241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986784"/>
            <a:ext cx="818388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Why Option B wins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352544"/>
            <a:ext cx="81838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The access window is short and the model becomes expensive afterward. That makes durable outputs more valuable than isolated demonstrations.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62356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76986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IMPLICATION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74243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Prioritize work where Fable's answer can be saved, reused, implemented by another model, or encoded into a skill.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FABLE'S EDGE IS SEEING THE GOAL THROUGH THE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argument emphasizes context, intent, edge cases, and carrying critical details into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057400" cy="969264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1837943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14016"/>
            <a:ext cx="183794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Full skill, codebase, notes, and user goal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62071" y="2587752"/>
            <a:ext cx="566929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93592" y="2103120"/>
            <a:ext cx="2057400" cy="969264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76272"/>
            <a:ext cx="1837943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14016"/>
            <a:ext cx="183794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What the builder is actually trying to accomplish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78423" y="2587752"/>
            <a:ext cx="566929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9944" y="2103120"/>
            <a:ext cx="2057400" cy="969264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76272"/>
            <a:ext cx="1837943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14016"/>
            <a:ext cx="183794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Small seams where important behavior slips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94775" y="2587752"/>
            <a:ext cx="566929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26296" y="2103120"/>
            <a:ext cx="2057400" cy="969264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176272"/>
            <a:ext cx="1837943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414016"/>
            <a:ext cx="183794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A plan detailed enough for downstream execution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977639"/>
            <a:ext cx="973836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3977639"/>
            <a:ext cx="54864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123943"/>
            <a:ext cx="93726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The practical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89703"/>
            <a:ext cx="9372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The model pass is successful only if it changes the plan: clearer skill handoffs, a real root cause, or a build plan that avoids known failure modes.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USE CASE 1: IMPROVE SKILLS BECAUSE THEY SHAPE DAILY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demo starts with a go-to-market skill library used for strategy, positioning, pricing, and landing pages.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40156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4864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29384"/>
            <a:ext cx="303580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What the library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95144"/>
            <a:ext cx="3035808" cy="9509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It helps users choose channels, position against alternatives, set pricing, structure landing pages, and write copy.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40156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54864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9384"/>
            <a:ext cx="303580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Why Fable is relevant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95144"/>
            <a:ext cx="3035808" cy="9509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The skill needs to translate real-world marketing rules into enforceable downstream behavior, not just generate plausible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40156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783080"/>
            <a:ext cx="54864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929384"/>
            <a:ext cx="303580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What should 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295144"/>
            <a:ext cx="3035808" cy="9509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The output should become easier to hand to design and code tools without losing brand voice, customer language, or page intent.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89204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03834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READOUT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01091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The speaker is not using Fable to write one landing page; he is using it to improve the system that creates many landing pages.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THE SKILL REVIEW FOUND TWO PRACTICAL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process was strong, but important details were not surviving the journey into downstream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74519"/>
            <a:ext cx="498348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74519"/>
            <a:ext cx="54864" cy="1508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20823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Failure mode 1: detail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86583"/>
            <a:ext cx="4617720" cy="886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Inputs such as brand voice, customer language, and design specifics were created upstream but were not consistently carried into later phases.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74519"/>
            <a:ext cx="498348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4864" cy="15087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20823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Failure mode 2: missing adapters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86583"/>
            <a:ext cx="4617720" cy="886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Different design tools require different prompt formats. A general plan needs a handoff layer that converts it into the right shape for each tool.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3977639"/>
            <a:ext cx="1645920" cy="676656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4050791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Raw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4288535"/>
            <a:ext cx="142646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Good strategic 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977639"/>
            <a:ext cx="1645920" cy="676656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4488" y="4050791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8" y="4288535"/>
            <a:ext cx="142646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Tool-specific handoff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977639"/>
            <a:ext cx="1645920" cy="676656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4050791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Design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288535"/>
            <a:ext cx="142646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Receives the right format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3977639"/>
            <a:ext cx="1645920" cy="676656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4050791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Memorable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4288535"/>
            <a:ext cx="142646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Higher wow factor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07792" y="4315968"/>
            <a:ext cx="713232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468112" y="4315968"/>
            <a:ext cx="713232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28431" y="4315968"/>
            <a:ext cx="713232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THE SKILL WORKFLOW SHOULD END IN A CODIFIED OPERATING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Fable can orchestrate the review; implementation can be delegated once the intent and details are captured.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148840" cy="100584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30552"/>
            <a:ext cx="19293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Review high-use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6829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Choose the instructions that affect daily work.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62072" y="2560320"/>
            <a:ext cx="521208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47872" y="2057400"/>
            <a:ext cx="2148840" cy="100584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30552"/>
            <a:ext cx="19293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Answer grounding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6829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Clarify what should improve and what good output means.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24144" y="2560320"/>
            <a:ext cx="521208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9944" y="2057400"/>
            <a:ext cx="2148840" cy="1005840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30552"/>
            <a:ext cx="19293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Extract failure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36829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Look for lost detail, weak handoffs, and edge-case drift.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86216" y="2560320"/>
            <a:ext cx="521208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72016" y="2057400"/>
            <a:ext cx="2148840" cy="100584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130552"/>
            <a:ext cx="19293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Patch the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36829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Update skill rules, adapters, and verification gates.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9204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03834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MANAGEMENT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501091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Skills are product assets. Reviewing them is not housekeeping; it is improving the engine that produces future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USE CASE 2: DIAGNOSE EXISTING FEATURES BEFORE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product demo is a mobile app whose agent loop became unreliable after more autonomous behavior was added.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54864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40864"/>
            <a:ext cx="3017520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The first app version made a few model calls. Bugs began after the builder added a custom agent loop and richer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54864" cy="14173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75104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40864"/>
            <a:ext cx="3017520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Repeated fixes created many commits but did not solve the core issue. The system kept patching symptoms.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82880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828800"/>
            <a:ext cx="54864" cy="14173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975104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Business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340864"/>
            <a:ext cx="3017520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The app was nearing market, so the feature needed to become robust rather than merely patched.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8348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12978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IMPLICATION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10235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 Fable when the team is too close to the bug and needs a higher-level system diagnosis.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THE ROOT CAUSE WAS STATE LIVING IN THE WRONG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Fable identified a mismatch: the server-side loop was stateless, while the conversation needed continuity.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2468880" cy="91440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Client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Rendering plus too much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057400"/>
            <a:ext cx="2468880" cy="914400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130552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Server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368296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Stateless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057400"/>
            <a:ext cx="2468880" cy="91440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2130552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368296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Needs memory across turns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29000" y="2514600"/>
            <a:ext cx="1325880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2514600"/>
            <a:ext cx="1325880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234440" y="3794760"/>
            <a:ext cx="9710928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3794760"/>
            <a:ext cx="54864" cy="10515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41064"/>
            <a:ext cx="93451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Needle in the haystack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06824"/>
            <a:ext cx="9345168" cy="429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A server-side checkpointer should persist state so interrupts, clarifications, and user replies continue the same execution with full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FABLE CHANGED THE DIAGNOSIS FROM PATCHING BUGS TO REDESIGNING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demo contrasts duct-tape fixes with identifying the underlying system pattern.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4846320" cy="32461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1783080"/>
            <a:ext cx="4846320" cy="324612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Symptom patching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57400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System diagnosis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51760"/>
            <a:ext cx="416052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Fixes each visible failure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Creates more commits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Misses state ownership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Bug returns in a new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51760"/>
            <a:ext cx="416052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Explains why failures repeat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Moves state to the right layer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Defines continuity and checkpointing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Creates a spec for downstream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3212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67842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565099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When repeated patches do not converge, stop debugging locally and ask for a system-level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THE OUTPUT SHOULD BECOME A SPEC ANOTHER MODEL CAN IMPLEMENT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speaker explicitly uses Fable to create proposals, while a less expensive model can execute the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2084831"/>
            <a:ext cx="2148840" cy="987552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57983"/>
            <a:ext cx="19293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Fable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95727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Diagnose root cause and preserve intent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80944" y="2578608"/>
            <a:ext cx="475488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02736" y="2084831"/>
            <a:ext cx="2148840" cy="987552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157983"/>
            <a:ext cx="19293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Spec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2395727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Capture fixes, rationale, and critical details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97296" y="2578608"/>
            <a:ext cx="475488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19088" y="2084831"/>
            <a:ext cx="2148840" cy="987552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57983"/>
            <a:ext cx="19293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395727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Delegate execution to a cheaper model or subagent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13648" y="2578608"/>
            <a:ext cx="475488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35440" y="2084831"/>
            <a:ext cx="2148840" cy="987552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2157983"/>
            <a:ext cx="192938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395727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Confirm continuity, tool use, and user correction flows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977639"/>
            <a:ext cx="969264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34440" y="3977639"/>
            <a:ext cx="54864" cy="10241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123943"/>
            <a:ext cx="932688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89703"/>
            <a:ext cx="93268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The high-cost model does not need to do every implementation step. Its job is to produce a plan that carries forward intent and all critical details.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USE CASE 3: PLAN NEW SYSTEMS THAT REQUIRE MERGED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planning example combines background knowledge, goals, notes, feature ideas, code, and fresh research.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93392"/>
            <a:ext cx="1755648" cy="86868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66544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153619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What the builder knows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14016" y="2432304"/>
            <a:ext cx="347472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993392"/>
            <a:ext cx="1755648" cy="86868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066544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304288"/>
            <a:ext cx="153619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What the feature must accomplish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0016" y="2432304"/>
            <a:ext cx="347472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1993392"/>
            <a:ext cx="1755648" cy="86868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2066544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304288"/>
            <a:ext cx="153619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Past thinking and constraints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86016" y="2432304"/>
            <a:ext cx="347472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1993392"/>
            <a:ext cx="1755648" cy="86868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7" y="2066544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2304288"/>
            <a:ext cx="153619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Current system reality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72015" y="2432304"/>
            <a:ext cx="347472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84080" y="1993392"/>
            <a:ext cx="1755648" cy="86868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2066544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2304288"/>
            <a:ext cx="153619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Modern implementation options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3840480"/>
            <a:ext cx="9710928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34440" y="3840480"/>
            <a:ext cx="54864" cy="10972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3986784"/>
            <a:ext cx="93451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Fable's planning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352544"/>
            <a:ext cx="934516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Marry the builder's intent with external research and the current codebase, then return a plan that can survive implementation handoff.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THE CONCRETE PLANNING PROBLEM IS STREAMING BACKEND WORK INTO THE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app needs both token streaming and event streaming so the interface reflects what the agent is doing.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057400" cy="91440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1837943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Server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183794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Tools, milestones, state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11680"/>
            <a:ext cx="2057400" cy="914400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084832"/>
            <a:ext cx="1837943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Event 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22576"/>
            <a:ext cx="183794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What is happening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2057400" cy="914400"/>
          </a:xfrm>
          <a:prstGeom prst="roundRect">
            <a:avLst>
              <a:gd name="adj" fmla="val 35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84832"/>
            <a:ext cx="1837943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Token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22576"/>
            <a:ext cx="183794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Response appears progressively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11680"/>
            <a:ext cx="2057400" cy="91440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2084832"/>
            <a:ext cx="1837943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0A1628"/>
                </a:solidFill>
                <a:latin typeface="Calibri"/>
              </a:rPr>
              <a:t>Front 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2322576"/>
            <a:ext cx="183794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60" b="0" i="0">
                <a:solidFill>
                  <a:srgbClr val="1B2B3C"/>
                </a:solidFill>
                <a:latin typeface="Calibri"/>
              </a:rPr>
              <a:t>Render progress and result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44368" y="2468880"/>
            <a:ext cx="603504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87568" y="2468880"/>
            <a:ext cx="603504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30768" y="2468880"/>
            <a:ext cx="603504" cy="0"/>
          </a:xfrm>
          <a:prstGeom prst="line">
            <a:avLst/>
          </a:prstGeom>
          <a:ln w="2032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80160" y="3977639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919" b="0" i="0">
                <a:solidFill>
                  <a:srgbClr val="1B2B3C"/>
                </a:solidFill>
                <a:latin typeface="Calibri"/>
              </a:rPr>
              <a:t>•  Tokens should type out rather than appear as one block.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919" b="0" i="0">
                <a:solidFill>
                  <a:srgbClr val="1B2B3C"/>
                </a:solidFill>
                <a:latin typeface="Calibri"/>
              </a:rPr>
              <a:t>•  Events should reveal tool calls and important markers.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919" b="0" i="0">
                <a:solidFill>
                  <a:srgbClr val="1B2B3C"/>
                </a:solidFill>
                <a:latin typeface="Calibri"/>
              </a:rPr>
              <a:t>•  The UI and backend capability must be designed together.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THE MODEL COMPARISON EXPOSES THE KINDS OF MISTAKES FABLE PREVENTED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speaker reran a similar planning prompt elsewhere, then used Fable to identify what the other plan got wrong.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47088"/>
            <a:ext cx="4754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847088"/>
            <a:ext cx="54864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Reintroduced bugs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59152"/>
            <a:ext cx="438912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A plan would recreate failure modes already fixed.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47088"/>
            <a:ext cx="4754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847088"/>
            <a:ext cx="54864" cy="9601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99339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Broken interruption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2359152"/>
            <a:ext cx="438912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Pause and user response behavior was backwards.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264408"/>
            <a:ext cx="4754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3264408"/>
            <a:ext cx="54864" cy="9601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4107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Wrong platform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776472"/>
            <a:ext cx="438912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Some assumptions about Supabase capability were incorrect.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264408"/>
            <a:ext cx="4754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8F7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264408"/>
            <a:ext cx="54864" cy="9601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39" y="3410712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Missed code areas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3776472"/>
            <a:ext cx="438912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Relevant parts of the codebase were not explored.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16636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31266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528523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 Fable on plans where a plausible answer can still be dangerously wrong.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USE FABLE WHEN THE TASK HAS HIGH CONTEXT, HIGH CONSEQUENCE, OR HIGH AMBIGUITY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examples create a practical filter for choosing which problems deserve the expensive pass.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29260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83664"/>
            <a:ext cx="2743200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1" i="0">
                <a:solidFill>
                  <a:srgbClr val="FFFFFF"/>
                </a:solidFill>
                <a:latin typeface="Calibri"/>
              </a:rPr>
              <a:t>Problem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783080"/>
            <a:ext cx="23317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883664"/>
            <a:ext cx="2148839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27432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83664"/>
            <a:ext cx="2560320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1" i="0">
                <a:solidFill>
                  <a:srgbClr val="FFFFFF"/>
                </a:solidFill>
                <a:latin typeface="Calibri"/>
              </a:rPr>
              <a:t>Fable 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783080"/>
            <a:ext cx="21031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883664"/>
            <a:ext cx="1920239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167128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313432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Daily-driver skill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2167128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2313432"/>
            <a:ext cx="214883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High reuse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16712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313432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High leverage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67128"/>
            <a:ext cx="2103120" cy="530352"/>
          </a:xfrm>
          <a:prstGeom prst="rect">
            <a:avLst/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313432"/>
            <a:ext cx="192023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Run now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69748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2843784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Existing product loop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697480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2843784"/>
            <a:ext cx="214883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Launch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69748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843784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Root cause unclear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697480"/>
            <a:ext cx="2103120" cy="530352"/>
          </a:xfrm>
          <a:prstGeom prst="rect">
            <a:avLst/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2843784"/>
            <a:ext cx="192023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Run now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227831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374135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Complex new feature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3227831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374135"/>
            <a:ext cx="214883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Many moving parts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227831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374135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Research plus code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3227831"/>
            <a:ext cx="2103120" cy="530352"/>
          </a:xfrm>
          <a:prstGeom prst="rect">
            <a:avLst/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3374135"/>
            <a:ext cx="192023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Run now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3758183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904487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Simple one-off task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3758183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6200" y="3904487"/>
            <a:ext cx="214883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Low reuse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758183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904487"/>
            <a:ext cx="256032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Narrow scope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3758183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3904487"/>
            <a:ext cx="192023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Use cheaper model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21208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" y="535838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RULE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47088" y="533095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The more the answer depends on preserving intent across many details, the stronger the Fable fit.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60" b="1" i="0">
                <a:solidFill>
                  <a:srgbClr val="008F75"/>
                </a:solidFill>
                <a:latin typeface="Calibri"/>
              </a:rPr>
              <a:t>CONVERT THE REMAINING WINDOW INTO AN ASSET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1" i="0">
                <a:solidFill>
                  <a:srgbClr val="0A1628"/>
                </a:solidFill>
                <a:latin typeface="Calibri"/>
              </a:rPr>
              <a:t>The closing recommendation is to choose one or all three high-value use cases before access becomes expensive.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88136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874519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874519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1554480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B800"/>
                </a:solidFill>
                <a:latin typeface="Calibri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87168"/>
            <a:ext cx="1591056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Pick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953512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60" b="0" i="0">
                <a:solidFill>
                  <a:srgbClr val="1B2B3C"/>
                </a:solidFill>
                <a:latin typeface="Calibri"/>
              </a:rPr>
              <a:t>One skill, one existing feature, one ambitious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920240"/>
            <a:ext cx="1874519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920240"/>
            <a:ext cx="1874519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2011680"/>
            <a:ext cx="1554480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B800"/>
                </a:solidFill>
                <a:latin typeface="Calibri"/>
              </a:rPr>
              <a:t>Day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487168"/>
            <a:ext cx="1591056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Run skill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953512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60" b="0" i="0">
                <a:solidFill>
                  <a:srgbClr val="1B2B3C"/>
                </a:solidFill>
                <a:latin typeface="Calibri"/>
              </a:rPr>
              <a:t>Patch detail flow and tool adapters.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920240"/>
            <a:ext cx="1874519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920240"/>
            <a:ext cx="1874519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4" y="2011680"/>
            <a:ext cx="1554480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B800"/>
                </a:solidFill>
                <a:latin typeface="Calibri"/>
              </a:rPr>
              <a:t>Day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487168"/>
            <a:ext cx="1591056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Run feature diagnosis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953512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60" b="0" i="0">
                <a:solidFill>
                  <a:srgbClr val="1B2B3C"/>
                </a:solidFill>
                <a:latin typeface="Calibri"/>
              </a:rPr>
              <a:t>Find root cause and spec the fix.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920240"/>
            <a:ext cx="1874519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1920240"/>
            <a:ext cx="1874519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011680"/>
            <a:ext cx="1554480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B800"/>
                </a:solidFill>
                <a:latin typeface="Calibri"/>
              </a:rPr>
              <a:t>Day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5" y="2487168"/>
            <a:ext cx="1591056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Run complex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5" y="2953512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60" b="0" i="0">
                <a:solidFill>
                  <a:srgbClr val="1B2B3C"/>
                </a:solidFill>
                <a:latin typeface="Calibri"/>
              </a:rPr>
              <a:t>Merge notes, code, research, and UX goal.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1920240"/>
            <a:ext cx="1874519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1920240"/>
            <a:ext cx="1874519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0384" y="2011680"/>
            <a:ext cx="1554480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B800"/>
                </a:solidFill>
                <a:latin typeface="Calibri"/>
              </a:rPr>
              <a:t>Day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2487168"/>
            <a:ext cx="1591056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Codify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2953512"/>
            <a:ext cx="159105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60" b="0" i="0">
                <a:solidFill>
                  <a:srgbClr val="1B2B3C"/>
                </a:solidFill>
                <a:latin typeface="Calibri"/>
              </a:rPr>
              <a:t>Save specs, patches, checklists, and next actions.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74920"/>
            <a:ext cx="10863072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22122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B800"/>
                </a:solidFill>
                <a:latin typeface="Calibri"/>
              </a:rPr>
              <a:t>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47088" y="5193792"/>
            <a:ext cx="9235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The week ends with changed systems, not just an interesting chat.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74066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Use Fable where losing the thread would change the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21408"/>
            <a:ext cx="118872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DCE6EF"/>
                </a:solidFill>
                <a:latin typeface="Calibri"/>
              </a:rPr>
              <a:t>The argument is strongest when read as an operating memo: Fable is the high-context planner for the few tasks where intent, state, handoffs, and edge cases must stay connected.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274320" cy="27432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58768"/>
            <a:ext cx="274320" cy="82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8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822192"/>
            <a:ext cx="5852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Improve the system that creates 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25112"/>
            <a:ext cx="274320" cy="27432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274320" cy="82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8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352544"/>
            <a:ext cx="5852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Find the root cause behind repeated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55464"/>
            <a:ext cx="274320" cy="27432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919472"/>
            <a:ext cx="274320" cy="82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68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882896"/>
            <a:ext cx="5852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Plan the build that is too interconnected to chunk casually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47088"/>
            <a:ext cx="2816352" cy="1901952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47088"/>
            <a:ext cx="54864" cy="19019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993392"/>
            <a:ext cx="245059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Recommended next 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59152"/>
            <a:ext cx="245059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DCE6EF"/>
                </a:solidFill>
                <a:latin typeface="Calibri"/>
              </a:rPr>
              <a:t>Pick the highest-consequence asset and turn Fable's answer into a committed change today.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12703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889098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