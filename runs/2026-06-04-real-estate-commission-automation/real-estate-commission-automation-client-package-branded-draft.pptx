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Brokerage Commission
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strategy and presales package built from the real-estate use case in the framework document and validated with current Brokermint, Docusign,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Back-office AI works best when it speeds payouts and reduces brokerage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source PDF, Brokermint,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Brokerages still run slow, error-prone payout workflows across spreadsheets and systems.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Commission logic is structured enough for automation but painful enough to justify spend.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Back-office buyers care about accuracy, approvals, and throughput.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best wedge is payout validation plus exception handling.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workflow becomes stronger when transaction, accounting, and document state stay synchronized.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reusable back-office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Start with one ops team or payout queue.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Measure payout cycle time, exception rate, and approval latency.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Expand into broader transaction and accounting workflows after trust is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pilot for one payout workflow to improve speed and reduce commission exceptions.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03  · 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Brokerage Commission &amp; Deal Payout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Manual splits, caps, and fees slow payouts.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Transaction, accounting, and documents drift across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Ops teams need auditability and speed, not AI theater.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Validate deal state and apply payout rules in workflow.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Route exceptions, approvals, and accounting handoffs automatically.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Keep finance and brokerage ops in control of release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1,500+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Brokerages on Brokermint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65,000+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Agents supported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400,000+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Transactions per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Ingest transaction data and commission-plan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Validate payouts, detect exceptions, and prep next steps.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Track readiness, approvals, and transaction-to-cash 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Ops dashboard + payout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OpenHands payout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Deals, plans, ledgers, and docs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Approvals, packets, updates,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Back Office · Accounting · DocuSign · QuickBooks · Tx Mgmt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ops · finance · tx coord · broker-owner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Brokermint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Official proof point for commission automation.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Inside Real Estate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Platform context across the brokerage lifecycle.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RE/MAX-style network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Scaled buyer where payout flow matters.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Mid-market brokerage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fewer errors and faster payouts.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category is real because commission automation is already a scaled brokerage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operator evidence, workflow value, and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Operator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Brokermint says it supports 1,500+ brokerages, 65,000+ agents, and 400,000+ transactions per year.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Its official platform includes commission automation, transaction management, accounting, and reporting.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Docusign supports real-estate transaction and agreement workflows that connect to payout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The core value is fewer errors, faster payouts, and cleaner approval flow.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This lane creates a finance-friendly ROI story instead of a generic AI story.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Exception handling and reconciliation are the highest-friction steps to attack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Brokerages already buy software for this workflow but still bridge gaps manually.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That leaves room for orchestration and exception automation across systems.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The buyer is operationally mature and measurable.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back-office-native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Brokermint,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OpenHands SDK agents orchestrate payout validation, exception handling, and task routing.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OpenHands skills hold plan logic, approval policies, and escalation rules.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CLI and headless execution support repeatable back-office runs and queue processing.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Back-office, accounting, and document systems feed the workflow layer.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The brokerage ops and finance stack remains the system of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Back-office software, accounting ledgers, transaction tools, and document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OpenHands is the internal execution layer; finance and ops remain in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attractive, but payout-control discipline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Data Moat Potential: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Incumbent Vulnerability: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Mirage PMF Risk: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Composite: 26/35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Bad payout logic damages trust fast — keep release authority human-controlled.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Plan exceptions can sprawl — encode explicit rules and escalation policy.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System fragmentation slows rollout — begin with one stack and one queue.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Finance skepticism is rational — keep auditability visible at each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focused payout pilot and a network-brokerage angle make the offer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Days 1-15: map transaction sources, payout logic, exception queues, and approval controls.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Days 16-35: configure OpenHands workflow logic, integrations, and audit views.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Days 36-60: launch validation and exception routing for one ops team or queue.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Days 61-90: measure cycle time, refine rules, and scope accounting or document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NETWORK BROKERAGE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Scaled brokerage networks feel payout delays and exceptions more acutely.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The next value is workflow orchestration across systems, not another dashboard.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Pitch OpenHands as the internal layer for reusable payout and approval skills.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Recommended next step: choose one payout queue and one measurable latency goal.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Commission and payout automation is a client-ready AI engineering offer when it improves accuracy and throughput inside the brokerage back-office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back-office and accounting systems as the systems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OpenHands internally for orchestration, skills, and repeatable payout workflows.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Start with one queue, one ops team, and one measurable cycle-time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57784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Suggested next step: approve a pilot for one payout workflow and exception queue.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Commission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