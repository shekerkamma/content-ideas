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0"/>
            <a:ext cx="281635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C9A7"/>
                </a:solidFill>
                <a:latin typeface="Calibri"/>
              </a:rPr>
              <a:t>IMPLEMENTATION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7955279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Claude Agents In Microsoft Foundry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15544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07792"/>
            <a:ext cx="70408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E0F7F1"/>
                </a:solidFill>
                <a:latin typeface="Calibri"/>
              </a:rPr>
              <a:t>A 90-day roadmap to move from workshop prototype to governed enterprise agent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142232"/>
            <a:ext cx="140817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Claude reasoning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4069080"/>
            <a:ext cx="1920240" cy="310896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22576" y="4142232"/>
            <a:ext cx="177393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Foundry Agent 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06908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4142232"/>
            <a:ext cx="117957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MCP +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88152" y="4069080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4142232"/>
            <a:ext cx="1271016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Prod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Source basis: public LinkedIn workshop clip + aka.ms/claude-workshop launcher + Microsoft Learn Agent Service docs.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Answer: Treat The Workshop As A Production Blueprint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practical move is not another demo; it is a governed agent program with a narrow first use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094415" cy="7863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10582351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1" i="0">
                <a:solidFill>
                  <a:srgbClr val="FFFFFF"/>
                </a:solidFill>
                <a:latin typeface="Calibri"/>
              </a:rPr>
              <a:t>BLUF: Stand up a Foundry-hosted Claude agent in 30 days, connect enterprise tools in 60, and graduate one measurable workflow to production by day 90.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349300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90779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4894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07792"/>
            <a:ext cx="2624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310128"/>
            <a:ext cx="3054096" cy="13715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Agent work is shifting from chat responses to systems that plan, use long context, invoke tools, and operate inside enterprise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743200"/>
            <a:ext cx="349300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62271" y="290779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1" y="294894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2907792"/>
            <a:ext cx="2624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5" y="3310128"/>
            <a:ext cx="3054096" cy="13715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Microsoft Foundry provides the control plane: Agent Service, model deployment, tools, security, observability, evaluation, and publishing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743200"/>
            <a:ext cx="349300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1" y="290779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1" y="294894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2907792"/>
            <a:ext cx="262432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5" y="3310128"/>
            <a:ext cx="3054096" cy="13715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Anchor the program on one workflow where Claude reasoning plus Foundry governance can show measurable cycle-time or quality improvement.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30368"/>
            <a:ext cx="11094415" cy="56692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358384"/>
            <a:ext cx="10655503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70" b="1" i="0">
                <a:solidFill>
                  <a:srgbClr val="0A1628"/>
                </a:solidFill>
                <a:latin typeface="Calibri"/>
              </a:rPr>
              <a:t>THE ASK: approve a 90-day pilot with a named business owner, one production integration path, and a governance gate at each phase.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Why This Is Ready For Enterprise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core constraints are no longer model access; they are tool access, controls, measurement, and ownership.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6994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31136"/>
            <a:ext cx="477316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Claude is positioned in the workshop as the reasoning layer for planning, long context, and multi-step agent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64208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6792" y="1828800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86994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2880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Control plane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231136"/>
            <a:ext cx="477316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Foundry gives teams a place to deploy models, build agents, add tools, evaluate behavior, trace runs, and operate at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75888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840480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816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4048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Enterprise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242816"/>
            <a:ext cx="477316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Microsoft identity, security, governance, and publishing paths reduce the gap between prototype and production.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75888"/>
            <a:ext cx="52120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36792" y="3840480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81628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40480"/>
            <a:ext cx="43434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Adoption wedge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4242816"/>
            <a:ext cx="4773168" cy="795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The workshop flow is concrete enough to convert into a field implementation package: deploy, connect, test, govern,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5099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9B82"/>
                </a:solidFill>
                <a:latin typeface="Calibri"/>
              </a:rPr>
              <a:t>Design principle: the pilot must prove operating capability, not just model capability.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85953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Public Workshop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063240"/>
            <a:ext cx="12801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29184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What the source material verifies, and what remains an implementation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Workshop Verifies A Practical Build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public clip and launcher validate the direction; the private Skillable lab steps were not exposed.</a:t>
            </a:r>
          </a:p>
        </p:txBody>
      </p:sp>
      <p:pic>
        <p:nvPicPr>
          <p:cNvPr id="7" name="Picture 6" descr="contact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65" y="1554480"/>
            <a:ext cx="4566765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27648" y="1572768"/>
            <a:ext cx="36576" cy="4251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91640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70" b="0" i="0">
                <a:solidFill>
                  <a:srgbClr val="1B2B3C"/>
                </a:solidFill>
                <a:latin typeface="Calibri"/>
              </a:rPr>
              <a:t>•  Workshop title: Build AI Agents using Claude in Microsoft Foundry.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70" b="0" i="0">
                <a:solidFill>
                  <a:srgbClr val="1B2B3C"/>
                </a:solidFill>
                <a:latin typeface="Calibri"/>
              </a:rPr>
              <a:t>•  Stated outcomes: deploy Claude models in Foundry, plug the model into an agent, and give that agent tools.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70" b="0" i="0">
                <a:solidFill>
                  <a:srgbClr val="1B2B3C"/>
                </a:solidFill>
                <a:latin typeface="Calibri"/>
              </a:rPr>
              <a:t>•  Platform claims in the clip: Foundry models, Agent Service, tools/integrations, enterprise security, observability, governance, and 1,400+ connectors/MCP tools.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70" b="0" i="0">
                <a:solidFill>
                  <a:srgbClr val="1B2B3C"/>
                </a:solidFill>
                <a:latin typeface="Calibri"/>
              </a:rPr>
              <a:t>•  Public launcher: aka.ms/claude-workshop redirects to Skillable/LabOnDemand room with Microsoft branding, but current event sign-in returns page-not-found.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4919472"/>
            <a:ext cx="4983480" cy="71323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5102352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5B6B7C"/>
                </a:solidFill>
                <a:latin typeface="Calibri"/>
              </a:rPr>
              <a:t>Caveat: private lab steps were not exposed; this roadmap is built from verified public materials.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Target Architecture: A Governed Agent Service Around Claude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production design separates user channels, agent orchestration, tools, knowledge, controls, and observability.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Teams, Copilot, web app,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743200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59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1175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Agent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3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Foundry Agent Service / Responses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2743200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5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Model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Claude models deployed through Foundry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7" y="2743200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199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5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3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MCP servers, built-in tools, enterprise connectors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7" y="2743200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5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RAG indexes, system APIs, business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7" y="2743200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1572768"/>
            <a:ext cx="162763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9256" y="1773936"/>
            <a:ext cx="137160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2523744"/>
            <a:ext cx="1335024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40" b="0" i="0">
                <a:solidFill>
                  <a:srgbClr val="1B2B3C"/>
                </a:solidFill>
                <a:latin typeface="Calibri"/>
              </a:rPr>
              <a:t>Identity, approvals, policy, evals, tracing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64608"/>
            <a:ext cx="11094415" cy="621792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5010912"/>
            <a:ext cx="1065550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FFFFFF"/>
                </a:solidFill>
                <a:latin typeface="Calibri"/>
              </a:rPr>
              <a:t>Architecture decision: keep enterprise data and tools behind governed connectors; let the agent reason over tasks, not bypass system-of-record controls.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Detailed Use Case: Enterprise Support Resolution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realistic first workflow for proving Claude reasoning plus Foundry operating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2788920" cy="43891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105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0A1628"/>
                </a:solidFill>
                <a:latin typeface="Calibri"/>
              </a:rPr>
              <a:t>Support teams lose time triaging tickets, searching policy, drafting replies, and escalating incomplete cases across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65760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How it is realized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005072"/>
            <a:ext cx="233172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0A1628"/>
                </a:solidFill>
                <a:latin typeface="Calibri"/>
              </a:rPr>
              <a:t>Claude plans the resolution path. Foundry manages tools, identity, tracing, evaluation, and deployment. Humans approve sensitive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1664208"/>
            <a:ext cx="32735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3" y="182880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1. 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3" y="2231136"/>
            <a:ext cx="2834640" cy="429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Classify ticket, retrieve context, detect missing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64208"/>
            <a:ext cx="32735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182880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2.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2231136"/>
            <a:ext cx="2834640" cy="429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Plan answer or escalation using policy +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75887" y="3145536"/>
            <a:ext cx="32735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5343" y="331012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3.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3" y="3712464"/>
            <a:ext cx="2834640" cy="429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Draft reply, update CRM, open follow-up task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3145536"/>
            <a:ext cx="327355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331012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4. Govern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3712464"/>
            <a:ext cx="2834640" cy="4297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Log trace, score response, route exceptions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75887" y="4700016"/>
            <a:ext cx="6903720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4864608"/>
            <a:ext cx="649224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FFFFFF"/>
                </a:solidFill>
                <a:latin typeface="Calibri"/>
              </a:rPr>
              <a:t>Stack: Claude in Foundry + Agent Service + MCP/tool connectors + RAG + Microsoft identity/security + eval/tracing dashboards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90-Day Roadmap: From Lab To Production-Ready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Gates are designed to kill weak pilots early and scale only what can be operated.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487168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487168" cy="47548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01952"/>
            <a:ext cx="22311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0-15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2029968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Confirm workflow, success metric, data access, risk class, and business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737360"/>
            <a:ext cx="2487168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6704" y="1737360"/>
            <a:ext cx="2487168" cy="47548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901952"/>
            <a:ext cx="22311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16-30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468880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154680"/>
            <a:ext cx="2029968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Deploy Claude model, create first Foundry agent, connect sandbox tools, define eval set.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737360"/>
            <a:ext cx="2487168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44768" y="1737360"/>
            <a:ext cx="2487168" cy="47548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2784" y="1901952"/>
            <a:ext cx="22311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31-60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68880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154680"/>
            <a:ext cx="2029968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Add enterprise connectors, human approval, telemetry, prompt/tool hardening, and UAT.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42832" y="1737360"/>
            <a:ext cx="2487168" cy="32461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42832" y="1737360"/>
            <a:ext cx="2487168" cy="47548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1901952"/>
            <a:ext cx="2231136" cy="1280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61-90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2468880"/>
            <a:ext cx="2121408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Production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154680"/>
            <a:ext cx="2029968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Security review, monitoring, runbook, release plan, KPI baseline, and scale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9824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80" b="1" i="0">
                <a:solidFill>
                  <a:srgbClr val="009B82"/>
                </a:solidFill>
                <a:latin typeface="Calibri"/>
              </a:rPr>
              <a:t>Exit criteria: named use case, working agent, tool traces, evaluation results, control evidence, production decision.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Implementation Workstreams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program needs product, platform, security, data, and change management from day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1920240" cy="530352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19656"/>
            <a:ext cx="170078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Workstream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664208"/>
            <a:ext cx="5623560" cy="530352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819656"/>
            <a:ext cx="540410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64208"/>
            <a:ext cx="3383280" cy="530352"/>
          </a:xfrm>
          <a:prstGeom prst="roundRect">
            <a:avLst>
              <a:gd name="adj" fmla="val 2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1819656"/>
            <a:ext cx="316382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92024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50008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194560"/>
            <a:ext cx="562356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350008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Use-case scope, user journey, acceptance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194560"/>
            <a:ext cx="338328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350008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Business owner + PM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971800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816352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2971800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Foundry project, model deployment, agent runtime, environments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816352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2971800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AI platform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38144"/>
            <a:ext cx="192024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93592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Tools/data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438144"/>
            <a:ext cx="562356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8608" y="3593592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MCP/connectors, RAG, API permissions, test fixtures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3438144"/>
            <a:ext cx="338328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02168" y="3593592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Integration + data owners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5993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15384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Governance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4059936"/>
            <a:ext cx="56235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8608" y="4215384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Risk review, human-in-loop, logging, policy, security 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4059936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02168" y="421538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Security +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81728"/>
            <a:ext cx="192024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837176"/>
            <a:ext cx="170078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Adoption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4681728"/>
            <a:ext cx="562356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4837176"/>
            <a:ext cx="540410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Pilot cohort, training, feedback loop, rollout comms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4681728"/>
            <a:ext cx="3383280" cy="62179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2168" y="4837176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70" b="0" i="0">
                <a:solidFill>
                  <a:srgbClr val="1B2B3C"/>
                </a:solidFill>
                <a:latin typeface="Calibri"/>
              </a:rPr>
              <a:t>Ops lead + enablement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504688"/>
            <a:ext cx="11094415" cy="347472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" y="5568696"/>
            <a:ext cx="10801807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5B6B7C"/>
                </a:solidFill>
                <a:latin typeface="Calibri"/>
              </a:rPr>
              <a:t>Practical staffing: 1 product lead, 1 Foundry/AI engineer, 1 integration engineer, 1 security/compliance partner, 5-10 pilot users.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Tool Strategy: Start Narrow, Then Expand Through Governed Connectors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A useful agent needs real tools, but tool access must be staged by business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874519" cy="530352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74520"/>
            <a:ext cx="16184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37944"/>
            <a:ext cx="8138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Search knowledge base, retrieve policy, inspect ticket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51176"/>
            <a:ext cx="1874519" cy="530352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734056"/>
            <a:ext cx="16184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Draft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97480"/>
            <a:ext cx="8138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Prepare reply, suggest next task, create proposed record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0712"/>
            <a:ext cx="1874519" cy="530352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593592"/>
            <a:ext cx="16184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Approved writes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557016"/>
            <a:ext cx="8138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Human-reviewed updates into CRM, ITSM, email, or workflow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0248"/>
            <a:ext cx="1874519" cy="530352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453128"/>
            <a:ext cx="161848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FFFF"/>
                </a:solidFill>
                <a:latin typeface="Calibri"/>
              </a:rPr>
              <a:t>Autonomous loops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416552"/>
            <a:ext cx="813816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Only after eval thresholds, monitoring, rollback, and exception routing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94415" cy="47548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68112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FFFFFF"/>
                </a:solidFill>
                <a:latin typeface="Calibri"/>
              </a:rPr>
              <a:t>Rule: every tool gets a purpose, permission boundary, test fixture, abuse case, trace requirement, and rollback path before pilot 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Governance: Measure The Agent Before Scaling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The roadmap should make operational evidence visible before production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3892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85623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9738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56232"/>
            <a:ext cx="427024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4700016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Resolution accuracy, citation quality, policy adherence, escalation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91640"/>
            <a:ext cx="513892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45352" y="185623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89738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56232"/>
            <a:ext cx="427024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258568"/>
            <a:ext cx="4700016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Tool-call violations, PII exposure, unauthorized action attempts, human override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513892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350215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4330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502152"/>
            <a:ext cx="427024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904488"/>
            <a:ext cx="4700016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Latency, cost per case, trace completeness, incident count, fallback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337560"/>
            <a:ext cx="513892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5352" y="3502152"/>
            <a:ext cx="411480" cy="31089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3543300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02152"/>
            <a:ext cx="4270248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904488"/>
            <a:ext cx="4700016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Cycle time, first-contact resolution, user CSAT, avoided rework,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Evaluation pack: golden tasks, adversarial prompts, tool-call expectations, red-team cases, and regression tests.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Release gates: no production release without trace visibility, human approval path, KPI baseline, and exception runbook.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Pilot Offer: A Fixed-Scope Agent Implementation Sprint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Calibri"/>
              </a:rPr>
              <a:t>Package the workshop into an executive-ready adoption motion with clear deliverables.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3892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56232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58568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Use-case framing, architecture, data/tool readiness, governance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91640"/>
            <a:ext cx="513892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856232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Weeks 2-4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258568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Foundry project, Claude deployment, prototype agent, sandbox tools, eval harness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72968"/>
            <a:ext cx="513892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37560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Weeks 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73989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Pilot workflow, enterprise integrations, telemetry, user feedback, hardening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172968"/>
            <a:ext cx="513892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337560"/>
            <a:ext cx="4700016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Weeks 9-12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3739896"/>
            <a:ext cx="470001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0" i="0">
                <a:solidFill>
                  <a:srgbClr val="1B2B3C"/>
                </a:solidFill>
                <a:latin typeface="Calibri"/>
              </a:rPr>
              <a:t>Production gate, runbook, KPI readout, scale recommendation, backlog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3383280" cy="804672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56632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Decision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30952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0A1628"/>
                </a:solidFill>
                <a:latin typeface="Calibri"/>
              </a:rPr>
              <a:t>Select use case + business owner + pilot cohort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892040"/>
            <a:ext cx="6446520" cy="80467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5102352"/>
            <a:ext cx="598932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60" b="1" i="0">
                <a:solidFill>
                  <a:srgbClr val="FFFFFF"/>
                </a:solidFill>
                <a:latin typeface="Calibri"/>
              </a:rPr>
              <a:t>Next step: run a 2-hour implementation design workshop and produce a signed 90-day delivery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85953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Sources And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063240"/>
            <a:ext cx="128016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29184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Facts are separated from implementation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886200"/>
            <a:ext cx="1060704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LinkedIn public embed: John Peslar post and 8:53 workshop video; analyzed via direct MP4 and auto-caption SRT exposed in the embed HTML.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Workshop short link: https://aka.ms/claude-workshop redirects to https://skill.info/cupcakes and a Skillable/LabOnDemand Microsoft workshop launcher.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Microsoft Learn: Azure AI Foundry Agent Service overview, updated June 2, 2026, used for current platform framing.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Assumption: enterprise client wants a governed 90-day pilot that can graduate to production; use case and integrations should be finalized in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Claude + Microsoft Foundry implementation roadmap | draft based on public workshop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