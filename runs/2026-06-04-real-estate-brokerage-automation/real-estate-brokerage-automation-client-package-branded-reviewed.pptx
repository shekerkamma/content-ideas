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Real Estate Brokerage
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FFFFFF"/>
                </a:solidFill>
                <a:latin typeface="Calibri"/>
              </a:rPr>
              <a:t>A branded strategy and presales package built from the brokerage use case in the framework document and validated with current Compass, Zillow, Cloze, DocuSign,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Brokerage AI works best when it captures leads faster and removes admin drag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PDF brokerage use case, Compass, Zillow, Cloze,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Brokerages lose revenue to slow response, bad routing, and fragmented transaction workflows.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Zillow and Compass already treat routing and follow-up as productized workflows.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category is real, but agent adoption determines whether value sticks.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best wedge is speed-to-lead plus AI assignment and draft follow-up inside the CRM.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expansion path is document, marketing, and transaction workflow automation.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reusable workflow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Lead with one team or office, one CRM workflow, and clear response/conversion metrics.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Keep the workflow in the tools agents already use.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Treat document and transaction automation as phase two after routing trust is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pilot for one office or team to improve speed-to-lead and routing quality inside the current CRM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01  · 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Brokerage Lead Routing &amp; Transaction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Slow lead response and weak routing hurt conversion.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Transaction work is split across CRM, docs, and finance tools.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Agents reject tools that add admin without deal lift.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Score and route inbound leads from Zillow, web, and campaigns.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Automate follow-up, invites, document prep, and commission visibility.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Keep the workflow inside the CRM and document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Cloze AI sales-lift claim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30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Zillow routing timer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$2K–4K/mo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Source-PDF SMB revenue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Ingest leads from Zillow, forms, and brokerage campaigns.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Score intent, assign agents, and draft the next 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Track response time, conversion, and task progress in CRM.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CRM workspace + manager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OpenHands routing and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CRM, lead, listing, and milestone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Assignments, drafts, DocuSign, commissions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40" b="1" i="0">
                <a:solidFill>
                  <a:srgbClr val="FFFFFF"/>
                </a:solidFill>
                <a:latin typeface="Calibri"/>
              </a:rPr>
              <a:t>SYSTEMS: CRM · Zillow · DocuSign · QuickBooks · Marketing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40" b="1" i="0">
                <a:solidFill>
                  <a:srgbClr val="FFFFFF"/>
                </a:solidFill>
                <a:latin typeface="Calibri"/>
              </a:rPr>
              <a:t>USERS: team lead · ops · agent ·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Large brokerage with expanding AI workflows.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Cloze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Connected brokerage platform with AI assist.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Zillow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Lead-routing marketplace and AI-assist surface.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Mid-market brokerage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faster conversion without custom software.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category is real because the lead-routing problem is already productized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market signals, operator proof, and revenue relevance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Compass is embedding AI into follow-up, contact management, marketing collateral, and invitations.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Zillow already routes and reallocates leads based on agent capacity.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Zillow AI Assist shows marketplace-level demand for automated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Revenue 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The source PDF estimates $2K–4K per month per brokerage client in SMB settings.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Cloze claims AI can boost sales by 36%.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The value path is faster response, better routing, and higher pipeline conversion.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Lead-routing and follow-up are visible enough for a clean ROI story.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Document and transaction automation create a credible second phase.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The market is crowded, so execution inside the current stack matters more than AI novelty.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CRM-native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verified OpenHands, Compass, Zillow, and source-PDF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OpenHands SDK agents orchestrate lead scoring, assignment, and outreach drafting.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OpenHands skills carry brokerage routing rules, follow-up policies, and workflow guardrails.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CLI and headless execution support repeatable routing, reporting, and nightly task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CRM, DocuSign, finance, and marketplace integrations feed actions back into the working stack.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The brokerage CRM remains the system of action for agents and managers.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CRM, Zillow, DocuSign, QuickBooks, and marketing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OpenHands is the internal execution layer; the CRM remains the user-facing surface.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attractive, but agent adoption risk 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Data Moat Potential: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Incumbent Vulnerability: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Mirage PMF Risk: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Composite: 25/35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Agents ignore AI suggestions — keep the workflow in the current CRM and start assistive.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Lead noise reduces routing quality — maintain source-specific logic and human override.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Fair-housing or disclosure concerns — constrain autonomous customer-facing actions.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E0F7F1"/>
                </a:solidFill>
                <a:latin typeface="Calibri"/>
              </a:rPr>
              <a:t>•  Tool fragmentation across offices — begin with one brokerage stack before broadening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focused pilot and a Compass-specific angle make the offer commercially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Days 1-15: map lead sources, CRM flow, routing rules, and follow-up expectations.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Days 16-35: configure ingestion, OpenHands routing logic, and manager reporting.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Days 36-60: launch pilot routing and AI-assisted follow-up for one team.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Days 61-90: measure lift, refine rules, and scope document/transaction automation.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COMPASS ACCOUNT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Compass already embeds AI into agent workflows such as follow-up, contact management, and invitations.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The next value is deeper workflow packaging, not generic AI assistance.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Pitch OpenHands as an internal orchestration layer for reusable brokerage skills and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Recommended next step: pick one post-lead workflow and package it as a reusable internal automation pattern.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Brokerage lead routing and transaction automation is a client-ready AI engineering offer when it improves conversion inside the current CRM and document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•  Use the CRM as the system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•  Use OpenHands internally for orchestration, skills, and reusable workflow patterns.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•  Start with one team, one routing workflow, and one measurable revenue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48640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Suggested next step: approve a pilot for one office or team and review the workflow expansion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Brokerage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