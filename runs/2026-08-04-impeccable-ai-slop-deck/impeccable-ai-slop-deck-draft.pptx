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CAN IMPECCABLE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9966960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600" b="1" i="0">
                <a:solidFill>
                  <a:srgbClr val="FFFFFF"/>
                </a:solidFill>
                <a:latin typeface="Calibri"/>
              </a:rPr>
              <a:t>take the AI slop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600" b="1" i="0">
                <a:solidFill>
                  <a:srgbClr val="FFFFFF"/>
                </a:solidFill>
                <a:latin typeface="Calibri"/>
              </a:rPr>
              <a:t>out of slides?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0" y="2880360"/>
            <a:ext cx="530352" cy="5303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822191"/>
            <a:ext cx="11094415" cy="1905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41648"/>
            <a:ext cx="841248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A design-direction experiment for client-ready 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DECISION BRIEF  · 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Impeccable works—but only as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743200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200" b="1" i="0">
                <a:solidFill>
                  <a:srgbClr val="00C9A7"/>
                </a:solidFill>
                <a:latin typeface="Calibri"/>
              </a:rPr>
              <a:t>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536192"/>
            <a:ext cx="731520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300" b="1" i="0">
                <a:solidFill>
                  <a:srgbClr val="0A1628"/>
                </a:solidFill>
                <a:latin typeface="Calibri"/>
              </a:rPr>
              <a:t>Impeccable removes recognizable defaults by expanding the option set and forcing a committed design direction.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84448"/>
            <a:ext cx="11094415" cy="1905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Choose a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70832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Commit before composing.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15468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84448"/>
            <a:ext cx="11094415" cy="1905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79476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Compare alternatives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370832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Select visually, not verbally.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154680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84448"/>
            <a:ext cx="11094415" cy="1905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3794760"/>
            <a:ext cx="3337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Review the finish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4370832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Detect patterns, then QA delivery.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30368"/>
            <a:ext cx="11094415" cy="658368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394960"/>
            <a:ext cx="1058235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It cannot repair weak evidence, a vague narrative, or missing PowerPoint QA.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demonstration attacks sameness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4752"/>
            <a:ext cx="5257800" cy="24481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5727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38528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product is framed as a system of commands and review behaviors—not a library of decorative slide skins.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931920"/>
            <a:ext cx="4572000" cy="11430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409651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Implication: adapt the method to presentations; do not simply copy a website aesthetic.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Captured from the supplied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 committed world breaks the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44752"/>
            <a:ext cx="5257800" cy="24481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727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 broad visual-world library gives the model a concrete grammar before it starts composing.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4572000" cy="11430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9651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Decision: add visual-world selection after evidence capture and before the slide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80060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Captured from the supplied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Live comparison changes the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4752"/>
            <a:ext cx="5257800" cy="24481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5727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38528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Seeing alternatives side by side changes the task from accepting an answer to choosing a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931920"/>
            <a:ext cx="4572000" cy="11430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409651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Decision: require at least two materially different directions for high-stakes decks.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Captured from the supplied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Outside references add specificity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44752"/>
            <a:ext cx="5257800" cy="24481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727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 reference library supplies proportion, type, rhythm, and interaction cues that prose alone underspecifies.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4572000" cy="11430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9651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Guardrail: borrow visual grammar; never copy gallery layouts, artwork, or brand assets.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80060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Captured from the supplied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anti-slop loop has five deliberate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960120" cy="9601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30552"/>
            <a:ext cx="960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2432304"/>
            <a:ext cx="1115568" cy="25400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8211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0273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Capture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1488" y="1965960"/>
            <a:ext cx="960120" cy="9601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2130552"/>
            <a:ext cx="960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7328" y="2432304"/>
            <a:ext cx="1115568" cy="25400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318211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60273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Commit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1965960"/>
            <a:ext cx="960120" cy="9601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2130552"/>
            <a:ext cx="960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2432304"/>
            <a:ext cx="1115568" cy="25400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318211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360273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Compare options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87184" y="1965960"/>
            <a:ext cx="960120" cy="9601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184" y="2130552"/>
            <a:ext cx="960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2432304"/>
            <a:ext cx="1115568" cy="25400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7184" y="318211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60273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Remove patterns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0032" y="1965960"/>
            <a:ext cx="960120" cy="96012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2130552"/>
            <a:ext cx="9601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18211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3602736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Render +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0F7F1"/>
                </a:solidFill>
                <a:latin typeface="Calibri"/>
              </a:rPr>
              <a:t>Remove any gate and the workflow can still produce polished-looking slop.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Explicit criteria make slop detectable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5727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9105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55448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Committed visual world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3969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572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727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59105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55448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Non-default hierarchy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13969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572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5727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59105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155448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No gradient cliché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13969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5292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2852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287121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283464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No nested-card maze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1985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85292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2852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87121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283464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No pill/icon confetti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41985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285292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200" y="2852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87121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283464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Authentic evidence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41985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3308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4133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15137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411480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Varied archetypes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0001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413308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4133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415137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76088" y="411480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Readable density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470001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0" y="413308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09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58200" y="4133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4151376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411480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Clear decision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4700016"/>
            <a:ext cx="33375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5413248"/>
            <a:ext cx="11094415" cy="530352"/>
          </a:xfrm>
          <a:prstGeom prst="roundRect">
            <a:avLst>
              <a:gd name="adj" fmla="val 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4126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Pass/fail criteria turn taste from a vague preference into a delivery gate.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Four failures remain outside Impeccable’s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53896"/>
            <a:ext cx="27432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Bad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481328"/>
            <a:ext cx="6400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Beautifully presented uncertainty is still uncertainty.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84832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32888"/>
            <a:ext cx="27432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Weak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60320"/>
            <a:ext cx="6400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A visual world cannot create a decision narrative.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63824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27432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Blind copying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639312"/>
            <a:ext cx="6400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Reference sites are inputs, not reusable templates.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42816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18304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90872"/>
            <a:ext cx="27432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Broken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718304"/>
            <a:ext cx="64008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Overflow, collisions, and missing fonts still need QA.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21808"/>
            <a:ext cx="11094415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Design discipline complements content discipline; it never substitutes for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 design record makes the chosen world reusable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4752"/>
            <a:ext cx="5257800" cy="24481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5727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38528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Capturing design decisions converts a one-off result into a system that can survive the next slide or deck.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931920"/>
            <a:ext cx="4572000" cy="11430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409651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Decision: every material deck keeps its brief, design contract, slide plan, visual spec, and QA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Captured from the supplied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improvement is range plus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44752"/>
            <a:ext cx="5257800" cy="24481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727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strongest result comes after reference, iteration, and finish review—not from the first generated composition.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4572000" cy="11430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096512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Measure success by fewer recognizable defaults and better decision clarity, not visual novelty.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80060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Captured from the supplied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Make visual-world selection a standard deck 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E0F7F1"/>
                </a:solidFill>
                <a:latin typeface="Calibri"/>
              </a:rPr>
              <a:t>WATCH  →  TRUTH  →  WORLD  →  BUILD  →  REVIEW  → 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94760"/>
            <a:ext cx="11094415" cy="1905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Start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968496"/>
            <a:ext cx="7955279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Use the scorecard on every material deck. Reject any direction that cannot name its visual world.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Impeccable × Client-ready 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