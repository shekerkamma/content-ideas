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Multifamily Leasing
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strategy and presales package built from the real-estate use case in the framework document and validated with current AppFolio, Yardi, Docusign, Greystar,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Leasing AI works best when it protects occupancy and removes workflow drag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source PDF, AppFolio, Yardi, Docusign, Greystar context,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Operators still lose prospects through slow response and fragmented handoffs.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Incumbents now package AI inside leasing workflows rather than as generic chat.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Document and renewal steps create a credible phase-two expansion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best wedge is inquiry triage, follow-up, and next-step routing.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offer should live inside PMS and CRM workflows, not beside them.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reusable agent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Start with one centralized team or regional portfolio.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Measure response time, tour progression, and application or renewal completion.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Expand into lease packets and resident-document workflows after trust is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pilot for one leasing team or portfolio to improve response speed inside the current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02  · 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Multifamily Leasing &amp; Resident Communication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Slow response and weak follow-up lose prospects.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Leasing and renewal work is split across inboxes and systems.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Site teams want less admin, not another tool to manage.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Triage leasing inquiries and route the next action.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Draft replies, renewals, and document steps in workflow.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Keep humans in control inside the PMS and CRM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AppFolio always-on AI angle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Yardi response-time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$2K–5K/mo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Practical retainer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Ingest prospect and resident messages from core channels.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Classify intent, draft replies, and trigger next steps.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Track response, occupancy pipeline, and renewal progress.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Leasing inbox + manager 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OpenHands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PMS, CRM, resident, and doc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70" b="0" i="0">
                <a:solidFill>
                  <a:srgbClr val="FFFFFF"/>
                </a:solidFill>
                <a:latin typeface="Calibri"/>
              </a:rPr>
              <a:t>Replies, tours, renewals, packets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30" b="1" i="0">
                <a:solidFill>
                  <a:srgbClr val="FFFFFF"/>
                </a:solidFill>
                <a:latin typeface="Calibri"/>
              </a:rPr>
              <a:t>SYSTEMS: PMS · CRM · DocuSign · Email/SMS · Listings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" b="1" i="0">
                <a:solidFill>
                  <a:srgbClr val="FFFFFF"/>
                </a:solidFill>
                <a:latin typeface="Calibri"/>
              </a:rPr>
              <a:t>USERS: leasing · manager · resident svc · regional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Incumbent pushing AI leasing workflows.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Yardi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Enterprise platform with leasing automation.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Greystar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Scaled operator with strong workflow leverage.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Mid-market operator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occupancy lift without custom builds.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category is real because incumbents already package AI into leasing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incumbent evidence, workflow value, and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Incumbent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AppFolio positions Realm-X for always-on leasing workflow support.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Yardi already sells leasing and CRM workflow tooling into the market.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Docusign extends the lane into lease and renewal document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The core value is faster response, fewer dropped prospects, and cleaner renewals.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Operators can tie success to occupancy pipeline and workflow completion.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•  Document-heavy tasks create a practical upsell path after phase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E0F7F1"/>
                </a:solidFill>
                <a:latin typeface="Calibri"/>
              </a:rPr>
              <a:t>•  The market already expects AI assistance inside workflow tools.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E0F7F1"/>
                </a:solidFill>
                <a:latin typeface="Calibri"/>
              </a:rPr>
              <a:t>•  Many teams still operate across inboxes, site teams, and disconnected systems.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E0F7F1"/>
                </a:solidFill>
                <a:latin typeface="Calibri"/>
              </a:rPr>
              <a:t>•  That creates room for implementation-led workflow packaging.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PMS-native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AppFolio, Yardi, Docusign,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OpenHands SDK agents orchestrate inquiry triage, renewals, and resident workflow support.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OpenHands skills hold leasing rules, response policies, and escalation logic.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CLI and headless execution support repeatable nightly or batch workflow runs.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PMS, CRM, document, and messaging systems feed the workflow layer.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The PMS remains the system of action for site teams and managers.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PMS, CRM, listings, messaging systems, and Docusign-style document tooling.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OpenHands is the internal execution layer; leasing staff stay inside the existing stack.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attractive, but resident-experience guardrails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Data Moat Potential: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Incumbent Vulnerability: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Mirage PMF Risk: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Composite: 26/35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Poor resident experience if automation overreaches — keep sensitive actions assistive.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Policy and fair-housing concerns — encode workflow rules and human approvals.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Tool fragmentation by operator — begin with one stack and one portfolio.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E0F7F1"/>
                </a:solidFill>
                <a:latin typeface="Calibri"/>
              </a:rPr>
              <a:t>•  Site-team adoption risk — prove less admin and faster service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focused pilot and a Greystar-style account angle make the offer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Days 1-15: map inquiry channels, PMS workflow, renewal steps, and service escalation rules.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Days 16-35: configure ingestion, OpenHands workflow logic, and reporting views.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Days 36-60: launch assistive triage and follow-up for one team or portfolio.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10" b="0" i="0">
                <a:solidFill>
                  <a:srgbClr val="1B2B3C"/>
                </a:solidFill>
                <a:latin typeface="Calibri"/>
              </a:rPr>
              <a:t>•  Days 61-90: measure lift, refine rules, and scope document or renewal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GREYSTAR ACCOUNT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Scaled operators gain more from centralized workflow automation than small sites do.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The next value is operational packaging, not another resident-facing bot.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Pitch OpenHands as the internal layer for reusable leasing and renewal workflow skills.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80" b="0" i="0">
                <a:solidFill>
                  <a:srgbClr val="E0F7F1"/>
                </a:solidFill>
                <a:latin typeface="Calibri"/>
              </a:rPr>
              <a:t>•  Recommended next step: choose one regional portfolio and one measurable leasing-response objective.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Leasing and resident workflow automation is a client-ready AI engineering offer when it improves response speed and workflow reliability inside the current PMS and CRM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20" b="0" i="0">
                <a:solidFill>
                  <a:srgbClr val="E0F7F1"/>
                </a:solidFill>
                <a:latin typeface="Calibri"/>
              </a:rPr>
              <a:t>•  Use the PMS as the system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20" b="0" i="0">
                <a:solidFill>
                  <a:srgbClr val="E0F7F1"/>
                </a:solidFill>
                <a:latin typeface="Calibri"/>
              </a:rPr>
              <a:t>•  Use OpenHands internally for orchestration, skills, and repeatable workflow patterns.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20" b="0" i="0">
                <a:solidFill>
                  <a:srgbClr val="E0F7F1"/>
                </a:solidFill>
                <a:latin typeface="Calibri"/>
              </a:rPr>
              <a:t>•  Start with one team, one portfolio, and one measurable occupancy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66928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Suggested next step: approve a pilot for one centralized leasing team or regional portfolio.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Multifamily Leasing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