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7132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BRANDED PPTX SMOKE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955279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OfficeCLI closes the blind spot in deck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0779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A native, editable PowerPoint built with pptxkit, then validated through the shared OfficeCLI render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24528"/>
            <a:ext cx="1508760" cy="38404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334256"/>
            <a:ext cx="126187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Native PPTX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4224528"/>
            <a:ext cx="1508760" cy="38404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4334256"/>
            <a:ext cx="126187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Editable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224528"/>
            <a:ext cx="1508760" cy="38404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4334256"/>
            <a:ext cx="1261872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OfficeCLI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OfficeCLI Branded PPTX Smoke |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Reviewed Decks Now Get A Real Render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Build native slides, then capture evidence before the reviewed filename is allowed.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29000" cy="2743200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2066543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167128"/>
            <a:ext cx="164592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2491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4612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pptxkit composes native editable shapes and validates the OpenXML package.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429000" cy="2743200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2856" y="2066543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167128"/>
            <a:ext cx="164592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72491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24612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lightweight contact sheet catches common text collisions before external render.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429000" cy="2743200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57616" y="2066543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2167128"/>
            <a:ext cx="164592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72491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246120"/>
            <a:ext cx="2907792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OfficeCLI validates, scans issues, writes HTML, and screenshots the final PPTX.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94415" cy="74980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239512"/>
            <a:ext cx="10655503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Decision rule: reviewed delivery requires real screenshot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OfficeCLI Branded PPTX Smoke |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OfficeCLI Adds The Missing QA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the practical run should prove.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926080" cy="43891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56816"/>
            <a:ext cx="27066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56816"/>
            <a:ext cx="22494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2468880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1956816"/>
            <a:ext cx="22494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828800"/>
            <a:ext cx="2743200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956816"/>
            <a:ext cx="252374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67712"/>
            <a:ext cx="292608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87168"/>
            <a:ext cx="2670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OpenXML validity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267712"/>
            <a:ext cx="246888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2487168"/>
            <a:ext cx="22128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pptxkit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267712"/>
            <a:ext cx="246888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2487168"/>
            <a:ext cx="22128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OfficeCLI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267712"/>
            <a:ext cx="274320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2487168"/>
            <a:ext cx="248716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Passed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26080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145536"/>
            <a:ext cx="2670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Layout visibility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926080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3145536"/>
            <a:ext cx="22128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Contact sheet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926080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3145536"/>
            <a:ext cx="22128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Screenshot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92608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3145536"/>
            <a:ext cx="248716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Passed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84448"/>
            <a:ext cx="292608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803904"/>
            <a:ext cx="2670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Delivery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584448"/>
            <a:ext cx="246888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2736" y="3803904"/>
            <a:ext cx="22128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Draft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584448"/>
            <a:ext cx="246888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3803904"/>
            <a:ext cx="22128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Reviewed 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3584448"/>
            <a:ext cx="274320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0496" y="3803904"/>
            <a:ext cx="248716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Evidence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5902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Editability mode: PPT-native editable diagrams and text.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01768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5B6B7C"/>
                </a:solidFill>
                <a:latin typeface="Calibri"/>
              </a:rPr>
              <a:t>This smoke deck intentionally uses only native PowerPoint shapes, text boxes, and fills. No flat screenshot is used as a primary slide visual.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OfficeCLI Branded PPTX Smoke |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