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PRE-SALES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Use Cases That Actually 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Named Companies · Verified Numbers · Agent Architectures · MCP Stacks · Revenue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1920240" cy="9144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Industries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291840"/>
            <a:ext cx="1920240" cy="9144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9476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Use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291840"/>
            <a:ext cx="1920240" cy="9144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6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79476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GBrain-Backed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19" y="3291840"/>
            <a:ext cx="1920240" cy="9144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$2-10K/mo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379476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Revenue Per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82296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Data enrichment pipeline: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GBrain recall → Exa web research → Implementation specs → Vertical scorer → pptxkit render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Every use case includes: agent architecture, MCP server configs, automation flows, governance,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competitive landscape, buyer profile, revenue model, and brand-voice insight.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{{brand_name}}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Portfolio: 8 Industries, 15 Use Cases, One Delivery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use case follows the same architecture: OpenHands SDK + MCP servers + domain skills + system-of-record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0240" y="174752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" y="176022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32/35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$5-10K/mo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" y="233172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UC01-UC08: Visual QI, Variant, Torque, SOP, PdQ, PdM, Safety,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3440" y="174752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3440" y="176022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344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2A83B"/>
                </a:solidFill>
                <a:latin typeface="Calibri"/>
              </a:rPr>
              <a:t>Viable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$3-5K/mo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3440" y="233172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Patient intake + insurance verification +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6459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6640" y="174752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6640" y="176022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664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30/35 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$3-5K/mo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6640" y="233172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Contract generation + review (67-agent debate) + legal 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16459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79840" y="174752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9840" y="176022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Real Estate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984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2A83B"/>
                </a:solidFill>
                <a:latin typeface="Calibri"/>
              </a:rPr>
              <a:t>5 lanes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07772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$2-4K/mo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9840" y="233172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Brokerage, leasing, commission, maintenance, title/closing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4048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0240" y="394208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240" y="395478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Financial Svcs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24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Enterprise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" y="452628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TD Bank (15hr→min), JPMorgan COIN (360K hrs saved)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384048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93440" y="394208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3440" y="395478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Retail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344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3440" y="452628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Macy's (4.75x rev/visit), Galeries Lafayette (+7% rev)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384048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36640" y="394208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6640" y="395478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Logistics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664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Enterprise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6640" y="452628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C.H. Robinson (100T data, 30+ agents, stock 2x)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78240" y="384048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79840" y="3942080"/>
            <a:ext cx="2194560" cy="2794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9840" y="3954780"/>
            <a:ext cx="219456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Energy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7984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272280"/>
            <a:ext cx="109728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B800"/>
                </a:solidFill>
                <a:latin typeface="Calibri"/>
              </a:rPr>
              <a:t>Enterprise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79840" y="4526280"/>
            <a:ext cx="2357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Con Edison ($854M benefit), ENGIE (1000+ models)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UC-01 |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Predictive Maintenance — Sensor → Anomaly → Work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Equipment downtime costs $50K-$250K/hour in manufacturing plants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Calendar-based maintenance wastes 30%+ of budget on unnecessary interventions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Unilever: 8.2% unplanned downtime, $5.1M annual maintenance baseline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Technician trust in AI predictions is the real deployment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50K+ IoT sensors → anomaly detection 14-28 days before failure at 92% accuracy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52-endpoint MCP server: FFT, envelope analysis, RUL estimation (ISO 13374)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Auto-generates SAP PM work orders with equipment ID, failure type, predicted date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6-month trust-building phase with technician feedback loops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$2.3M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Savings/yr (Unilever)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Detection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MCP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6.5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Sensor → load_signal + analyze_spectrum + extract_features (MCP) → detect_anomalies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Severity ≥ Zone C OR RUL &lt;14 days → generate_report → create_work_order (SAP PM via OData)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ISO 20816-3 vibration classification: Zone A/B/C/D → automated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ISO 13374 six-block diagnostic architecture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ISO 20816-3 vibration severity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Sensor calibration audit per ISO 6789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Sight Machine / Uptake: $100K+/yr SaaS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McKinsey QuantumBlack: $400K+, 6+ months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Our edge: 4 weeks, 50-70% cheaper, open-source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3 years of labeled failure data eliminated the data-collection phase. Started with 12 machines causing 80% of downtime. The model was ready before the humans were. Trust took 6 months.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PdM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predictive-maintenance-mcp
52 endpoints, ISO 13374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SAP 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mcp-maintenance-cap
OData: create_work_order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XGBoost + LSTM
SHAP explainability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OpenHands headless
Edge: ONNX Runtime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SCADA/OPC-UA  |  SAP PM  |  IoT Gateway  |  CMMS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Maintenance technicians | Plant engineers | Reliability mgrs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Manufacturing / Plant Manager  |  REVENUE: $5-10K/mo per plant  |  Source: NSSG Insights Mar 2026 + GBrain impl spec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MANUFACTURING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$5-10K/mo per plant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UC-02 |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Visual Quality Inspection — Camera → CNN → SAP 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15-20% false positive rate in manual inspection across production lines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Inspector fatigue: accuracy drops to 72% by hour 6 of shift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$2.3M average annual quality cost per plant from missed defects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Inconsistent criteria across shifts — 3 inspectors, 3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YOLOv8 real-time defect detection: 640×640 input, 1.2ms edge inference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Multi-camera 360° inspection at line speed (120 units/hr)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Confidence &gt;0.85 auto-reject; 0.5-0.85 → operator review; &lt;0.5 passes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Active learning: operator corrections feed continuous retraining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99.2%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Detection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FP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$1.8M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Annual Savings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4-6 wk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GigE Vision camera → Edge GPU (Jetson Orin) → YOLOv8 inference &lt;2ms → classify: scratch/dent/weld/paint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Auto-reject logged to SAP MES with defect image + coordinates + shift context → root-cause analysis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Per-shift quality report auto-generated → SPC dashboard with Cpk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IEC 62443 industrial cybersecurity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Image retention: 7 years (AES-256)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Edge cert rotation every 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Instrumental (YC W14, 80 emp)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Landing AI (Andrew Ng)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Ocular AI (YC W24)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Human inspectors get tired. The camera doesn't. But they kept humans for the 0.3% the camera wasn't sure about. Best of both.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GigE Vision cameras
Jetson Orin 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YOLOv8 + EfficientNet
ONNX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SAP 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log_inspection_result
create_quality_notification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Defect heatmap
Shift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SAP MES  |  GigE Vision  |  Jetson Orin  |  MinIO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Quality engineers | Line supervisors | Plant managers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Quality / Quality Manager  |  REVENUE: $5-10K/mo per plant  |  Source: GBrain impl spec UC-MFG-02 + Hyundai framework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MANUFACTURING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$5-10K/mo per plant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UC-03 |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Patient Intake Automation — Form → EHR → Insurance →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Manual intake: 12-15 min per patient, 40% of staff time consumed by paperwork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Insurance verification: 270/271 EDI calls take 3-8 min per patient manually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No-show rate 18-25% due to lack of automated reminders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HIPAA compliance burden: every PHI access must be logged and audited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3-agent pipeline: intake-agent → insurance-verification-agent → scheduling-agent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FHIR R4 MCP server: create_patient, get_insurance_eligibility, submit_claim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Automated SMS reminders via Twilio MCP: confirmation, cost estimate, 24h reminder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OpenHands Docker sandbox isolates PHI — never leaves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Staff Time Saved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&lt;30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Insurance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No-Show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HIPAA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Compliant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Online form → validate fields → create_patient (FHIR R4) → get_insurance_eligibility (270/271 EDI)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IF eligible → calculate copay → send_sms (confirmation + cost estimate) → create_booking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24h before → send_reminder → post-visit: update_patient + submit_claim (837 EDI)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HIPAA: AES-256 at rest, TLS 1.3 in transit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BAA required with all third-party services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Minimum necessary principle for PHI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Phreesia ($250M rev) — patient intake platform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Zocdoc — scheduling but no intake automation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Gap: no integrated intake+verify+schedule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Prior auth is bureaucratic, not clinical. Most requests meet criteria — someone just needs to check the boxes. The AI checks the boxes. Edge cases still go to a nurse.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FHIR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HL7 FHIR R4 APIs
create/search/update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Twilio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send_sms, send_reminder
get_message_status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Calendly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get_available_slots
create/cancel_booking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AES-256 at rest
TLS 1.3 in transit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EHR  |  Insurance EDI  |  Twilio  |  Calendly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Front desk staff | Practice managers | Billing coordinators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Practice Manager / VP Operations  |  REVENUE: $3-5K/mo per practice  |  Source: GBrain impl spec + AI Engineering Framework §2.1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HEALTHCARE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$3-5K/mo per practice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UC-04 |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Contract Generation &amp; Review — 67-Agent Debate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Paralegal review: 40 hours per contract across 90+ clause types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Outside counsel spend growing 15% annually — need to shift work internal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Mid-market firms (&lt;50 attorneys) priced out of Harvey ($100K+/yr)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Clause extraction breaks when documents exceed LLM context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 agents: contract-generation + contract-review (67-agent debate) + legal-research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open-agreements MCP: 40+ templates (NDA, MSA, SaaS, SAFE, NVCA)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lavern MCP: 3-layer verification — evaluator gate → adversarial debate → 10-pass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suzielaw MCP: 22 legal providers across 19 jurisdictions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Review Time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$2.4M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Billable Hrs Recaptured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99.1%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Clause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22 wk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Build (10 wk to prod)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Request → identify agreement type → list_templates → get_template_fields → interview → fill_template (DOCX)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Review: Phase 1 (read-only planning) → Phase 2 (risk matrix + redlines + missing clause recommendations)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Alternative: Lavern full adversarial (67 agents, debate protocol, citation-grounded) → executive summary memo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Client-attorney privilege preserved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Confidence gating: &lt;0.85 → human review (A2I)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45K-contract training on firm's own 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Harvey: $100K+/yr, enterprise only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Anthropic claude-for-legal: practice-area plugins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Our edge: mid-market, open-source MCP, 50-70% cheaper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Lawyers spent 28 hours finding clauses and 12 on judgment. Now they spend 12 on judgment. Everyone does what they're actually good 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open-agreements v0.7.5
40+ templates as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lavern v0.15.0
67 agents, 21 MCP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suzielaw
22 providers, 19 jurisdictions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Claude 3.5 Sonnet
200K context, single-pass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iManage  |  DocuSign  |  CLM  |  Aderant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Paralegals | Associates | M&amp;A partners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Legal Ops / Managing Partner  |  REVENUE: $3-5K/mo per firm  |  Source: DreamzTech Apr 2026 + GBrain impl spec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LEGAL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$3-5K/mo per firm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UC-05 |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Brokerage Automation — Lead Scoring → Transaction → CMA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Manual lead follow-up: avg 47-hour response time loses 78% of leads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Transaction coordination across CRM, docs, title, lender, compliance — all manual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CMA creation takes 2-3 hours per property, done by high-cost agents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Fragmented systems: CRM, DocuSign, title, lender portal — no unified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 agents: CRM-specialist → Lease-document → Marketing (ADK + MCP orchestration)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AI lead scoring prioritizes high-conversion customers in real-time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Automated CMA generation from Zillow/MLS data → client-ready in minutes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Generative UI renders dashboards dynamically via AG-UI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Faster Lead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Doc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2hr→5min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CMA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Higher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Lead captured → AI scoring (ML model on historical conversion data) → Priority routing to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Transaction: checklist auto-generated → milestone tracking → DocuSign integration → closing coordination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CMA: Zillow API pull → comp analysis → auto-formatted report → client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Fair Housing Act compliance on lead scoring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RESPA compliance on referral workflows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State-specific disclosure requirements automated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Rechat — brokerage CRM ($2M Series A)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Lofty / kvCORE — CRM + marketing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Gap: no integrated agent orchestration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The commercial wedge is speed-to-lead. Then expand into transaction coordination after workflow trust is established. Same pattern as manufacturing: prove one thing, then expand.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Zillow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Property data API
Comp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DocuSign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Envelope creation
E-signature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MCP: Stripe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Commission payments
Payout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AG-UI dashboards
CopilotKit frontend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CRM  |  MLS/Zillow  |  DocuSign  |  QuickBooks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Brokers | Agents | Transaction coordinators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Broker/Owner / VP Operations  |  REVENUE: $2-4K/mo per brokerage  |  Source: GBrain real-estate-domain-use-cases + pipeline run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REAL ESTATE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$2-4K/mo per brokerage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UC-06 |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TD Bank — Mortgage Processing Agent (15hrs → Minutes)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Mortgage applications require 15+ hours of manual document review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Cross-referencing borrower docs is error-prone at scale (100K+ apps/year)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LLMs hallucinate on arithmetic (annualizing income from pay stubs)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Risk/compliance review traditionally added 3-5 days to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Agentic AI reads entire borrower document packages, extracts structured data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Deterministic rules-based tools handle all arithmetic — never the LLM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Cross-references fields across documents, flags inconsistencies automatically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Risk/compliance team built into the project from day 1 (not bolted 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15hr→min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Processing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$826M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2025 Origination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Jan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Production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Day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Compliance 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Doc package ingestion → OCR/NLP extraction → Field cross-reference → Inconsistency flagging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Income calc routed to deterministic tools (not LLM math) → Credit summary auto-generated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Human adjudicator reviews summary → Approves/rejects with 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TD Trustworthy AI governance framework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Continuous post-launch monitoring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Human signs off on every credit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JPMorgan COIN: 360K attorney-hours eliminated (9 yrs)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Blend: mortgage automation SaaS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Our differentiation: agentic, not rules-only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They didn't let the LLM do math. Deterministic tools for arithmetic, LLM for document reading. One use case done right before expanding. Dead simple discipline.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Foundation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Layer 6 + Claude + GPT
(selective per task)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Arithmetic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Deterministic rules
Never LLM math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TD Trustworthy AI
Continuous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Core banking APIs
Credit bureau feeds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Core Banking  |  Doc Mgmt  |  Credit Bureau  |  Compliance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Mortgage underwriters | Credit adjudicators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Mortgage Operations / CTO  |  REVENUE: Enterprise (internal deployment)  |  Source: American Banker, May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FINANCIAL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Enterprise (internal deployment)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UC-07 |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Galeries Lafayette — AI Search &amp; Personalization (+7% Revenue)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Legacy search failing at 600K product catalog scale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350K products from third-party marketplace — heterogeneous data quality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One-size-fits-all ranking ignores individual visitor behavior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Merchandising teams need category-level control — can't hand everything to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Google Vertex AI Search for Commerce replaces legacy search entirely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Real-time personalized ranking per visitor via behavioral + session signals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Grid Dynamics MXP gives merchandisers override controls per category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Hybrid: AI handles individual ranking, humans control brand positioning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+7%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Total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+8%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Basket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+20%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Online Sales YoY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Products Ranked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Visitor arrives → Behavioral signals scored → Personalized ranking generated per session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Merchandising Studio applies category rules → AI respects brand positioning constraints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Real-time inventory/pricing feeds ensure availability accuracy across 600K SKUs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Purely autonomous AI would have been blocked by merchandising teams. Give humans the override, they'll trust the system. Hybrid drove adoption. That's the lesson.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Vertex AI Search
for Commerce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Merch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Grid Dynamics MXP
Category overrides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Real-time inventory
+ pricing feeds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Personalization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Session + behavioral
signal scoring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E-commerce  |  PIM  |  Marketplace Feed  |  WMS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Online shoppers | Merchandising team | Category managers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CDO / VP E-commerce  |  REVENUE: Enterprise  |  Source: Business Wire, April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RETAIL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Enterprise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UC-08 |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C.H. Robinson — 30+ AI Agents on 100T Data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37M shipments/year — manual processing physically impossible at scale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Price quoting: 17-20 min per quote, only covering 65% of requests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Order processing: 4 hours from email to system entry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Freight tracking requires human phone calls — one agent handles 318K/month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30+ AI agents via LangChain/LangGraph on 100T proprietary data points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Email-to-order: LLM extracts fields, validates, enters — 5,500 orders/day automated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Quote agent scores pricing against proprietary demand model → 32 seconds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Phone agent calls carriers for tracking → 318K updates/month autonomously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Quote (was 17 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Quote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&lt;2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Order (was 4 hr)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+40%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Email → LangGraph agent extracts order fields → Validates against 100T data → System entry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Quote request → Demand model scores → Pricing response in 32 seconds → 100% coverage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Tracking → Phone AI calls carriers → Captures updates → Status updated in TMS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Proprietary data moat — competitors can't replicate 37M shipments/year of training data. Stock price doubled during industry downturn. Lean AI mapped to waste concepts before building.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LangChain + LangGraph
30+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LangSmith
Accuracy + drift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100T proprietary
37M shipments/yr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Culture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Builder-first
No SaaS dependency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TMS  |  CRM  |  Carrier APIs  |  Email  |  Phone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Freight brokers | Logistics coordinators | Carrier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Logistics / COO  |  REVENUE: Enterprise (internal deployment)  |  Source: C.H. Robinson PR + The Applied,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LOGISTICS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Enterprise (internal deployment)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UC-09 | Energy &amp; Utilities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Con Edison + C3 AI — 5.3M Smart Meters, $854M Benefit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5.3M meters generating 1 petabyte/year across 13 siloed data sources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Configuration errors and installation failures go undetected for months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Small anomalies multiply into massive outage/billing costs at utility scale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No unified view — each of 13 systems operates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C3 AI Platform consolidates 13 sources → unified data image (2yr historical load)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2 ML algorithms + 50 custom analytics on 180B rows of annual meter data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Real-time anomaly detection: individual meter → system-wide view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Automated work order generation with meter-specific diagnostic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2,300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Issues (4 months)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$854M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Annual Benefit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5.3M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Meters Monitored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13→1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Data Unified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13 source systems → C3 AI unification layer → Single data image (2yr load)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180B rows/year → 2 ML models + 50 analytics → Anomaly score per meter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Flagged → Work order (meter-specific context) → Field crew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NERC CIP compliance for grid systems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Customer data privacy (state PUC rules)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Meter data retention per regulatory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ENGIE: 1000+ PdM models (SageMaker), €800K/yr savings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Itron / Landis+Gyr: hardware-first, weak analytics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C3 AI: pre-built utility domain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The 13-to-1 data consolidation was the hard part. Analytics ran on top of clean, unified data. Find config errors early — the math is enormous at 5.3M meter scale.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C3 AI Platform
Unified data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C3 AI AMI Operations
Meter-level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180B rows/yr
13 sources unified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2 models + 50 analytics
Anomaly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AMI/MDM  |  GIS  |  OMS  |  Billing  |  SCADA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Grid ops | Field crews | Customer service | Planning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Grid Operations / CTO  |  REVENUE: Enterprise ($854M benefit at scale)  |  Source: The Applied, May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ENERGY &amp; UTILITIES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Enterprise ($854M benefit at scale)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UC-10 |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DroneDeploy — 34M Annotations, 4 AI Agents, 3M+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Manual site walks miss events, rely on superintendent memory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Safety violations go undetected — poor documentation industry-wide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Progress reporting: 2 days of manual compilation per project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Generic CV doesn't understand what 'installed' means per 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4 AI agents: Progress, Safety, Inspection, Embodied — trained on 34M annotations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Autonomous ground robots + docked drones capture sites overnight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Morning reports: overnight progress by trade before team arrives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Safety AI: 120K labeled examples, flags conditions in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Training Annotations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+340%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Safety Catches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Injury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Sites in 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Overnight: robots + drones capture from fixed vantage points autonomously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Morning: Progress AI → structured report (installed work, trade progress, deviations)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Continuous: Safety AI flags PPE/guardrail violations → real-time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Drone flight compliance (FAA Part 107)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Site access and privacy requirements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Image retention per project contract terms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Buildots — indoor CV for progress tracking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OpenSpace — 360° walk-through capture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DroneDeploy edge: autonomous + 34M annotation moat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13-year annotation corpus — 34M labeled examples across 180 countries — is the moat. The superintendent now acts on data instead of generating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34M annotation corpus
770M images (2025)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Ground robots (Rocos)
Docked drones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Progress, Safety
Inspection, Embodied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Procore, PlanGrid
BIM overlay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BIM  |  Procore  |  PlanGrid  |  GIS  |  ERP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Superintendents | PMs | Safety officers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Construction / Project Director  |  REVENUE: Enterprise (break-even Sep 2025)  |  Source: DroneDeploy Blog Apr 2026 + BCG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CONSTRUCTION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Enterprise (break-even Sep 2025)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43681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UC-11 | Cross-Industry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74368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Generative UI — Agent-Rendered Frontends for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Static Fiori/portal screens can't adapt to user context or intent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Building custom dashboards per use case takes 2-4 weeks each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Module boundaries (HR, Finance, Procurement) fragment user experience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Every new AI agent needs a new frontend — doesn't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749808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896112"/>
            <a:ext cx="352044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Declarative pattern: agent emits structured JSON, frontend maps to Fiori controls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AG-UI protocol: bidirectional runtime between any agentic backend and UI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Batch-size-1 applications: temporary, purpose-built dashboards per query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•  Data grounded through SAP Business Data Cloud — click-through to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31/35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Vertical Score: 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437K+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SAP Installed 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$27M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CopilotKit Series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965960"/>
            <a:ext cx="1737360" cy="6400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0040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 adopted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3215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Google/MS/Amazon/Oracle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74368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User states intent → ADK agent processes → Emits structured JSON payload (AG-UI protocol)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Frontend maps JSON to native Fiori controls → Dynamic dashboard rendered in real-time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650" b="0" i="0">
                <a:solidFill>
                  <a:srgbClr val="0A1628"/>
                </a:solidFill>
                <a:latin typeface="Calibri"/>
              </a:rPr>
              <a:t>→ Data lineage: user clicks AI chart → sees system-of-record source → trust by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Data grounding prevents hallucination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Transparent lineage to system of record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Role-based access inherited from SAP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3200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SAP Joule: native but limited scope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ServiceNow Now Assist: workflow-only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600" b="0" i="0">
                <a:solidFill>
                  <a:srgbClr val="0A1628"/>
                </a:solidFill>
                <a:latin typeface="Calibri"/>
              </a:rPr>
              <a:t>•  Our edge: open protocol, any backend, any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18288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74368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1">
                <a:solidFill>
                  <a:srgbClr val="0A1628"/>
                </a:solidFill>
                <a:latin typeface="Calibri"/>
              </a:rPr>
              <a:t>Three patterns: Controlled (pixel-perfect, expensive), Declarative (recommended — flat token cost), Open-ended (demo-only). Enterprise needs Declarative. Everything else is theater.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7619695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109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Gemini + ADK
Agent 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AG-UI (CopilotKit)
Bidirectional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React + Fiori
Component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19" y="5148072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19" y="528523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>SAP Business Data Cloud
Grounded, no hallucination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3657600" cy="274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SYSTEMS: SAP S/4HANA  |  Fiori  |  Business Data Cloud  |  ADK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74040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1" i="0">
                <a:solidFill>
                  <a:srgbClr val="FFFFFF"/>
                </a:solidFill>
                <a:latin typeface="Calibri"/>
              </a:rPr>
              <a:t>USERS: Business users | Operations |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53328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50" b="0" i="1">
                <a:solidFill>
                  <a:srgbClr val="009B82"/>
                </a:solidFill>
                <a:latin typeface="Calibri"/>
              </a:rPr>
              <a:t>BUYER: VP IT / Digital Transformation Lead  |  REVENUE: $5-10K/mo per enterprise  |  Source: GBrain: generative-ui-enterprise + SAP News Mar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9775" y="274320"/>
            <a:ext cx="3749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CROSS-INDUSTRY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2286000"/>
            <a:ext cx="3749040" cy="32004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233172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$5-10K/mo per 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THE WINNERS HAVE IN COMMON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270000"/>
            <a:ext cx="508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44600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Define the number before writing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24000"/>
            <a:ext cx="101800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TD Bank: processing hours. C.H. Robinson: quote time. Unilever: downtime %. Not 'improve efficiency.' A metric with a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" y="2321560"/>
            <a:ext cx="508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6160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Automate the boring part, not the 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75560"/>
            <a:ext cx="101800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Every case keeps humans on decisions. AI handles extraction, matching, triage. Lawyers still decide. Underwriters still 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040" y="3373120"/>
            <a:ext cx="508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47720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Proprietary data is the moat, not 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27120"/>
            <a:ext cx="101800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C.H. Robinson 100T points. DroneDeploy 34M annotations. The law firm's 45K contracts. Same models, different data, wildly different outcomes.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79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" y="4424679"/>
            <a:ext cx="508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99279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Composite AI beats pure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78679"/>
            <a:ext cx="101800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EU 3PL: composite hit 92% vs 78% pure agentic. TD Bank: deterministic math tools. Use the right tool for each sub-task.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040" y="5476240"/>
            <a:ext cx="508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50840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One architecture, many industries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730240"/>
            <a:ext cx="101800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OpenHands SDK + MCP servers + domain skills + system-of-record integration. Same pattern: manufacturing, legal, healthcare, real estate.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144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best AI project is the one that actually 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Not the one with the cleanest architecture, the most sophisticated model,
or the biggest budget. The one that ships. With a number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{{brand_name}}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{{tagline}}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