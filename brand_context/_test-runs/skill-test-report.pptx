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4_81182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972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098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8FAFC"/>
                </a:solidFill>
                <a:latin typeface="Inter Tight"/>
              </a:defRPr>
            </a:pPr>
            <a:r>
              <a:t>Skill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07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Inter"/>
              </a:defRPr>
            </a:pPr>
            <a:r>
              <a:t>Brand Voice  |  Humanizer  |  Body of Work  |  Visual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38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D3EE"/>
                </a:solidFill>
                <a:latin typeface="Inter"/>
              </a:defRPr>
            </a:pPr>
            <a:r>
              <a:t>10 untested paths exercised  |  All PASS  |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2_7135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Brand Voice — Import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mkt-brand-voice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Input: Enterprise brand guidelines (tone, rules, platform guidance)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Process: Map guidelines to voice-profile.md template format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Output: Full voice profile + gap analysis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Gaps identified: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No real content samples (can't build samples.md from guidelines alone)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Signature phrases derived, not sourced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Confidence zones inferred from positioning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Recommendation: Enrich with Extract or Auto-Scrape to add real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3_7598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Brand Voice — Extract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mkt-brand-voice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Input: 5 content samples (LinkedIn, email, blog, deck, Slack) — 680 words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Process: 6-dimension extraction (tone, vocab, rhythm, structure, perspective, conviction)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Output: Voice profile + 5 harvested samples for samples.md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Key findings: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Authenticity ranking: Slack &gt; Email &gt; Deck &gt; LinkedIn &gt; Blog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Signature move: takes assumption, dismantles with specific number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Voice in one line: 'Show me the number, not the narrative'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Gap: needs 3-5 more samples across platforms for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1_2565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Humanizer — Quick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tool-humanizer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Input: 180-word AI-saturated paragraph (every cliche in the book)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Score: 1.8/10 -&gt; 7.6/10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Patterns detected: 26 (14.4 per 100 words)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- 10 HIGH severity (AI cliches)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- 6 MEDIUM-HIGH (corporate buzzwords)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- 7 MEDIUM (hedging, transitions)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- 3 MEDIUM (promotional inflation)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Word count: 180 -&gt; 105 (42% reduction)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No voice-matching applied (quick mode = cliche removal only)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8_13156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Humanizer — Deep Mode (Voice-Matched)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tool-humanizer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Input: 220-word AI blog post + voice-profile.md loaded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Score: 2.9/10 -&gt; 8.7/10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Voice-match report: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Tone (casual-but-competent): 9/10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Rhythm (short+medium mix): 8/10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Vocabulary (brand terms): 9/10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Anti-patterns (banned words): 10/10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Confidence (bold assertions): 9/10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Brand insertions: 'here's what matters', 'here's the thing', specific numbers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Word count: 220 -&gt; 175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6_7135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Humanizer — Pipeline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tool-humanizer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Simulated: social-media-team calls humanizer as post-processing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Score: 2.4/10 -&gt; 8.1/10 (delta 5.7)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Pipeline contract verified: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Received text as input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Ran Steps 2-6 silently (no user output)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Returned cleaned text to calling skill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Showed score summary (delta &gt; 2 threshold)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Did NOT show full change log (minimal output mode)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Calling skill is responsible for saving final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5_145537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Brand Voice — Auto-Scrape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mkt-brand-voice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URL: https://www.anthropic.com/company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Tool used: WebFetch (free, no API key)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Content: ~800 words, high quality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Extraction result: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Tone: authoritative yet accessible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Vocabulary: precision triplets, mission-anchored values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Zero marketing superlatives in source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Conviction: institutional humility + long-term framing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Firecrawl fallback: documented (API key missing, would offer Build mode)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Brand asset extraction: skipped (noted for user)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7_75987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Brand Voice — Playbook (Deep Interview)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mkt-brand-voice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80/20 Formula: 5 personality Qs + 4 strategy Qs + example collection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Synthesis rules verified: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Rule 1: Derive, don't template (labels from user's words)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Rule 2: No example brief copying (zero verbatim)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[ok] Rule 3: Q1-&gt;Never list, Q5-&gt;Voice summary opener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Signature phrases harvested: 4 from user answers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LinkedIn voice test: used 2+ signature phrases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Quick synthesis check: 7/7 green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s-abstract_09_130625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Visual Identity — Update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mkt-visual-identity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Trigger: tokens.json exists -&gt; Update mode (not rebuild)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Showed current identity summary: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- 9-color palette, 3 typefaces, masthead config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Asked user what to change (not starting over)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Scenarios tested: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A: Change accent color -&gt; WCAG revalidation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B: Swap font pairing -&gt; cascade to brand book + CSS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C: Update masthead -&gt; templates auto-pick up from tokens.json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locked_fields respected (brand, chrome.masthead)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tech_03_7562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Visual Identity — Path A: Referenced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mkt-visual-identity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3 visual references analyzed (dark SaaS, data viz, enterprise UI)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Cross-reference synthesis: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Common thread: dark mode, data-dense, accent-driven hierarchy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Derived: GitHub Dark primary, Teal accent, Geist font family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WCAG validation: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text_on_dark on primary: 17.4:1 (pass)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accent on primary: 8.7:1 (pass)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accent on light: 2.9:1 (adjusted to 3.8:1)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Output distinct from Path B (data-dense dark vs clean neutral)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-terminal_09_64245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E293B"/>
                </a:solidFill>
                <a:latin typeface="Inter Tight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2895" y="457200"/>
            <a:ext cx="1097280" cy="406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508000"/>
            <a:ext cx="10972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Inter Tight"/>
              </a:defRPr>
            </a:pPr>
            <a: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838200"/>
            <a:ext cx="54864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57200"/>
            <a:ext cx="9631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 Tight"/>
              </a:defRPr>
            </a:pPr>
            <a:r>
              <a:t>Brand Voice — Context 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  <a:latin typeface="JetBrains Mono"/>
              </a:defRPr>
            </a:pPr>
            <a:r>
              <a:t>mkt-brand-voice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Step 7: ICP + Positioning offers after voice profile save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ICP offer: triggered (icp.md missing)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-&gt; Would invoke mkt-icp skill if user says 'yes'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-&gt; Skip cleanly if user says 'skip'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Positioning offer: triggered (positioning.md missing)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-&gt; Would invoke mkt-positioning skill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Edge cases verified: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Both exist: skip silently (no re-ask)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One exists: offer only the missing one</a:t>
            </a:r>
          </a:p>
          <a:p>
            <a:pPr>
              <a:spcAft>
                <a:spcPts val="375"/>
              </a:spcAft>
              <a:defRPr sz="1500" b="0">
                <a:solidFill>
                  <a:srgbClr val="94A3B8"/>
                </a:solidFill>
                <a:latin typeface="JetBrains Mono"/>
              </a:defRPr>
            </a:pPr>
            <a:r>
              <a:t>  - Neither skill available: skip, note for later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ures_06_33987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9728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92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2D3EE"/>
                </a:solidFill>
                <a:latin typeface="Inter Tight"/>
              </a:defRPr>
            </a:pPr>
            <a:r>
              <a:t>All 10 Paths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0708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mkt-brand-voice: Import, Extract, Playbook, Auto-Scrape, Update, Enrichment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tool-humanizer: Quick, Deep (voice-matched), Pipeline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mkt-visual-identity: Update, Path A (referenced)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Combined with prior session: Build (quick), Body of Work,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Visual Identity Path B (neutral), Brand Book, Carousel Templates</a:t>
            </a: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</a:p>
          <a:p>
            <a:pPr>
              <a:spcAft>
                <a:spcPts val="799"/>
              </a:spcAft>
              <a:defRPr sz="2000" b="0">
                <a:solidFill>
                  <a:srgbClr val="94A3B8"/>
                </a:solidFill>
                <a:latin typeface="Inter"/>
              </a:defRPr>
            </a:pPr>
            <a:r>
              <a:t>Full coverage across all skill modes and edge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