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5_106539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9728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440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  <a:latin typeface="Inter Tight"/>
              </a:defRPr>
            </a:pPr>
            <a:r>
              <a:t>AI Use Cases That Actually 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58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Inter"/>
              </a:defRPr>
            </a:pPr>
            <a:r>
              <a:t>18 Production Deployments Across 8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07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JetBrains Mono"/>
              </a:defRPr>
            </a:pPr>
            <a:r>
              <a:t>Real numbers. Real stacks. No "transformational AI" nonsense.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30040"/>
            <a:ext cx="2011680" cy="3556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6814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JetBrains Mono"/>
              </a:defRPr>
            </a:pPr>
            <a:r>
              <a:t>8 Industries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4130040"/>
            <a:ext cx="2011680" cy="355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416814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JetBrains Mono"/>
              </a:defRPr>
            </a:pPr>
            <a:r>
              <a:t>18 Use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130040"/>
            <a:ext cx="2011680" cy="355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416814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JetBrains Mono"/>
              </a:defRPr>
            </a:pPr>
            <a:r>
              <a:t>Avg 73% efficiency gain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130040"/>
            <a:ext cx="2011680" cy="35560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416814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JetBrains Mono"/>
              </a:defRPr>
            </a:pPr>
            <a:r>
              <a:t>6-week ROI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44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0">
                <a:solidFill>
                  <a:srgbClr val="94A3B8"/>
                </a:solidFill>
                <a:latin typeface="Inter"/>
              </a:defRPr>
            </a:pPr>
            <a:r>
              <a:t>Every use case here is in production. Measured in months, not "transformational journeys."</a:t>
            </a:r>
          </a:p>
          <a:p>
            <a:pPr>
              <a:spcAft>
                <a:spcPts val="599"/>
              </a:spcAft>
              <a:defRPr sz="1500" b="0">
                <a:solidFill>
                  <a:srgbClr val="94A3B8"/>
                </a:solidFill>
                <a:latin typeface="Inter"/>
              </a:defRPr>
            </a:pPr>
            <a:r>
              <a:t>The pattern is the same everywhere: automate the boring part, keep humans on judgment calls.</a:t>
            </a:r>
          </a:p>
          <a:p>
            <a:pPr>
              <a:spcAft>
                <a:spcPts val="599"/>
              </a:spcAft>
              <a:defRPr sz="1500" b="0">
                <a:solidFill>
                  <a:srgbClr val="94A3B8"/>
                </a:solidFill>
                <a:latin typeface="Inter"/>
              </a:defRPr>
            </a:pPr>
            <a:r>
              <a:t>Start small. Prove ROI in weeks. Expand from evidence, not roadmaps.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Inter Tight"/>
              </a:defRPr>
            </a:pPr>
            <a:r>
              <a:t>{{brand_name}}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2_127077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E293B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Financial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77724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5520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Claims Processing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14 days → 3 days cycle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520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73% auto-approved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520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Error rate: 12% → 2.1%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520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520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They didn't try to automate everything.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73% that's straightforward gets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auto-processed. The 27% that's complicated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still goes to a human — but now that human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isn't buried under the easy stuff.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7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0347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AML Alert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347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False positives: 95% → 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347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Analyst productivity: 4x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347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Investigation: 4hrs → 45min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0347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0347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old system flagged everything.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Analysts spent 95% of their time on nothing.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model doesn't replace the analyst —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it tells them where to look first.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That's the actual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s-abstract_04_69852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E293B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Healthcare &amp; Life Sciences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77724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5520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Radiology Pre-Read Prioritization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11hrs → 38min critical turnaround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520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Missed findings: 3.2% → 0.4%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520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Same volume, right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520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520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Nobody asked the AI to diagnose anything.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It just sorts the pile. The patient with a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collapsed lung gets seen in 38 minutes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instead of 11 hours. That's the difference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between walking out and not.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7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0347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Prior Authorization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347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62% auto-approved (no human)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347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5 days → 4 hours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347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$2.1M saved/year per facility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0347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0347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Prior auth is a bureaucratic bottleneck,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not a clinical one. Most requests meet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criteria — someone just needs to check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boxes. The AI checks the boxes.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Edge cases still go to a nurse.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-terminal_03_145537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E293B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Manufacturing &amp; Industrial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77724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5520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Predictive Maintenance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Unplanned downtime: −42%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520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Maintenance costs: −28%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520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$3.8M saved/year (1 plant)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520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520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They started with the 12 machines that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caused 80% of downtime. Instrumented those.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Proved ROI in 6 weeks. Then expanded.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That's how you survive the pilot.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7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0347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Visual Quality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347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Detection: 99.7% (vs 87% human)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347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200ms per unit (vs 4s manual)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347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Warranty claims: −38%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0347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0347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Human inspectors get tired after 2 hours.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Accuracy drops to 72% by hour 6.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camera doesn't get tired. But they kept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humans for the 0.3% the camera wasn't sure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about. Best of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s_04_56852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E293B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Retail &amp; E-commerce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77724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5520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Dynamic Pricing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Revenue/visitor: +12%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520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Margin: +3.2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520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Markdown waste: −23%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520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520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50K SKUs, one person, once a month.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math doesn't work. The model runs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continuously. The category manager now sets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strategy and guardrails — min margins,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brand rules. Better job. Better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7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0347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Returns Prediction &amp; 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347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Return rate: 28% → 19%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347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$15-33 saved per prevented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347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$22M/year savings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0347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0347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Returns aren't a logistics problem. They're a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"customer got the wrong thing" problem.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Fix the information gap before the purchase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and the return never happens.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7_81087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E293B"/>
                </a:solidFill>
                <a:latin typeface="Inter Tight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Logistics &amp; Supply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77724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5520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Demand Forecasting +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Forecast accuracy: 63% → 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520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Stockouts: −35%  |  Overstock: −28%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520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Working capital freed: $12M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520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520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old model was a moving average plus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"gut feel." The real win was trusting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model enough to automate replenishment.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Automate the boring orders, let buyers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handle exceptions. That's where the money 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7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0347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Last-Mile Route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347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Deliveries/route: +18%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347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Fuel costs: −14%  |  On-time: 97%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347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$8.2M saved/yr (1,200 vehicles)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0347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0347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A dispatcher planning 200 routes manually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is solving an NP-hard problem with a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whiteboard. The optimizer finds a route 18%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better than humans can — in 4 minutes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instead of 4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s-abstract_08_69852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E293B"/>
                </a:solidFill>
                <a:latin typeface="Inter Tight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Energy &amp; Utilities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77724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5520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Grid Load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Peak demand: −8-12%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520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Balancing costs: −$4.7M/yr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520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Renewable waste: −22%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520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520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grid doesn't have a storage problem —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it has a prediction problem. Know tomorrow's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peak within 2%, and you pre-position resources.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Off by 15%? Gas peaker plant. The AI gets it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within 2.3%. Cheap vs expensive electrons.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7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0347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Pipeline Leak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347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72hrs → 15min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347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False alarms: 34% → 2.1%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347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$23M in fines avoided (yr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0347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0347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Old system had 34% false alarm rate.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Crews stopped trusting it. Started ignoring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alerts. New model: 2.1% false alarms.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When it says leak, there's a leak.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Trust drives action. Dead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s_08_63733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E293B"/>
                </a:solidFill>
                <a:latin typeface="Inter Tight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Legal &amp; Professional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77724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5520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Contract Review &amp; Risk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4 hours → 26 minutes (90% faster)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520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Risk accuracy: 94%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520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Outside counsel: −32%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520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520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Lawyers weren't spending 4 hours on judgment.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They spent 3 hours finding clauses and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1 hour on judgment. The AI handles finding.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lawyer handles judgment. Everyone does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what they're actually good 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7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0347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M&amp;A Due Diligence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347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6 weeks → 8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347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14K docs in 72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347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Found 3 risks humans missed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0347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0347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14,000 documents. 12 associates. 4 weeks.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Someone's going to miss something on page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8,247 of exhibit C. The AI reads every page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with the same attention. Partners still make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call. That's still judgment. Still human.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-terminal_06_64245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E293B"/>
                </a:solidFill>
                <a:latin typeface="Inter Tight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Real Estate &amp; 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777240"/>
            <a:ext cx="7315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5520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Property Valuation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Accuracy: within 4.2% of appraisal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520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3 months → 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520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$340M in mispriced assets found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520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520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They didn't replace appraisers for deals.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model handles portfolio monitoring.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appraiser handles the transaction.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Right tool, right job.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7" y="1097280"/>
            <a:ext cx="5173827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0347" y="1275080"/>
            <a:ext cx="4665827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Inter Tight"/>
              </a:defRPr>
            </a:pPr>
            <a:r>
              <a:t>Construction Progress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347" y="19608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Deviations caught 3 weeks earlier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347" y="22910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Safety violations: +340% 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347" y="2621280"/>
            <a:ext cx="466582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JetBrains Mono"/>
              </a:defRPr>
            </a:pPr>
            <a:r>
              <a:t>Rework costs: −21%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0347" y="3053080"/>
            <a:ext cx="4665827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0347" y="3230880"/>
            <a:ext cx="466582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superintendent walks the site once a day.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The drone sees everything. Every floor, every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corner, every missing guardrail. The super now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acts on data instead of generating it.</a:t>
            </a:r>
          </a:p>
          <a:p>
            <a:pPr>
              <a:spcAft>
                <a:spcPts val="455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Faster decisions, fewer surprises.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10_2345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Inter Tight"/>
              </a:defRPr>
            </a:pPr>
            <a:r>
              <a:t>What the Winners Have in Common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91440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965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4720" y="1315720"/>
            <a:ext cx="50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3520" y="1315720"/>
            <a:ext cx="97126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Inter Tight"/>
              </a:defRPr>
            </a:pPr>
            <a:r>
              <a:t>Define the number before writing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3520" y="1696720"/>
            <a:ext cx="97126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Not "improve efficiency." A specific metric, a specific target, a specific timeline.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0920"/>
            <a:ext cx="10728655" cy="965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720" y="2407920"/>
            <a:ext cx="50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3520" y="2407920"/>
            <a:ext cx="97126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Inter Tight"/>
              </a:defRPr>
            </a:pPr>
            <a:r>
              <a:t>Automate the boring part, not the judgment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3520" y="2788920"/>
            <a:ext cx="97126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Every winning use case keeps humans for decisions. AI handles extraction, matching,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73120"/>
            <a:ext cx="10728655" cy="965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720" y="3500120"/>
            <a:ext cx="50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3520" y="3500120"/>
            <a:ext cx="97126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Inter Tight"/>
              </a:defRPr>
            </a:pPr>
            <a:r>
              <a:t>Start with 12 machines, not 1,200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3520" y="3881120"/>
            <a:ext cx="97126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One document type, one product category, one process. Prove it. Then expand from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65320"/>
            <a:ext cx="10728655" cy="965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720" y="4592320"/>
            <a:ext cx="50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3520" y="4592320"/>
            <a:ext cx="97126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Inter Tight"/>
              </a:defRPr>
            </a:pPr>
            <a:r>
              <a:t>Measure in weeks, not quarters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3520" y="4973320"/>
            <a:ext cx="97126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If you can't show ROI in 6 weeks, your scope is wrong. Not your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57520"/>
            <a:ext cx="10728655" cy="965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720" y="5684520"/>
            <a:ext cx="50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Inter Tight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3520" y="5684520"/>
            <a:ext cx="97126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Inter Tight"/>
              </a:defRPr>
            </a:pPr>
            <a:r>
              <a:t>Trust the model enough to act on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3520" y="6065520"/>
            <a:ext cx="97126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A forecast nobody acts on is a screensaver. Automate the action. That's where the money lives.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Inter Tight"/>
              </a:defRPr>
            </a:pPr>
            <a:r>
              <a:t>{{brand_name}}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