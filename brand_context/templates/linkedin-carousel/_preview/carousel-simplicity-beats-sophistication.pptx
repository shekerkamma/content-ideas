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6_35206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73152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8823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8FAFC"/>
                </a:solidFill>
                <a:latin typeface="Inter Tight"/>
              </a:defRPr>
            </a:pPr>
            <a:r>
              <a:t>Stop</a:t>
            </a:r>
            <a:br/>
            <a:r>
              <a:t>Overengineering</a:t>
            </a:r>
            <a:br/>
            <a:r>
              <a:t>Your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8823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Inter"/>
              </a:defRPr>
            </a:pPr>
            <a:r>
              <a:t>The best solution has the fewest</a:t>
            </a:r>
            <a:br/>
            <a:r>
              <a:t>moving parts. Here's why.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7406640"/>
            <a:ext cx="533400" cy="533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" y="7482840"/>
            <a:ext cx="533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Inter Tight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1920" y="7508240"/>
            <a:ext cx="1828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Inter"/>
              </a:defRPr>
            </a:pPr>
            <a:r>
              <a:t>SWIPE TO LEARN</a:t>
            </a:r>
          </a:p>
        </p:txBody>
      </p:sp>
      <p:sp>
        <p:nvSpPr>
          <p:cNvPr id="13" name="Oval 12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1_15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4864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Inter Tight"/>
              </a:defRPr>
            </a:pPr>
            <a:r>
              <a:t>The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1120"/>
            <a:ext cx="88239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7120" y="4236720"/>
            <a:ext cx="8112760" cy="340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Everyone wants the "scalable,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enterprise-ready, future-proof" version.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So they spend 3 months building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infrastructure instead of solving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the actual problem.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Meanwhile, a 20-line script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would've been done in 20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120" y="6725920"/>
            <a:ext cx="81127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D3EE"/>
                </a:solidFill>
                <a:latin typeface="Inter Tight"/>
              </a:defRPr>
            </a:pPr>
            <a:r>
              <a:t>20 lines. 20 minutes. Done.</a:t>
            </a:r>
          </a:p>
        </p:txBody>
      </p:sp>
      <p:sp>
        <p:nvSpPr>
          <p:cNvPr id="13" name="Oval 12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2_7641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4864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Inter Tight"/>
              </a:defRPr>
            </a:pPr>
            <a:r>
              <a:t>The Real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112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Here's the thing: before you pick</a:t>
            </a:r>
          </a:p>
          <a:p>
            <a:pPr>
              <a:spcAft>
                <a:spcPts val="1050"/>
              </a:spcAft>
              <a:defRPr sz="2100" b="0">
                <a:solidFill>
                  <a:srgbClr val="94A3B8"/>
                </a:solidFill>
                <a:latin typeface="Inter"/>
              </a:defRPr>
            </a:pPr>
            <a:r>
              <a:t>a framework, ask one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09920"/>
            <a:ext cx="88239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709920"/>
            <a:ext cx="50800" cy="1645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7920" y="6014720"/>
            <a:ext cx="8011160" cy="103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D3EE"/>
                </a:solidFill>
                <a:latin typeface="Inter Tight"/>
              </a:defRPr>
            </a:pPr>
            <a:r>
              <a:t>"Does a simple script</a:t>
            </a:r>
            <a:br/>
            <a:r>
              <a:t>solve this?"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863840"/>
            <a:ext cx="8823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Inter Tight"/>
              </a:defRPr>
            </a:pPr>
            <a:r>
              <a:t>If yes, you're done. Ship it.</a:t>
            </a:r>
          </a:p>
        </p:txBody>
      </p:sp>
      <p:sp>
        <p:nvSpPr>
          <p:cNvPr id="15" name="Oval 14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7_5468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4864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Inter Tight"/>
              </a:defRPr>
            </a:pPr>
            <a:r>
              <a:t>What Simple Looks Like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1120"/>
            <a:ext cx="8823960" cy="457200"/>
          </a:xfrm>
          <a:prstGeom prst="round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4720" y="4033520"/>
            <a:ext cx="127000" cy="127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3320" y="4033520"/>
            <a:ext cx="127000" cy="127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1920" y="4033520"/>
            <a:ext cx="127000" cy="127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338320"/>
            <a:ext cx="882396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38320"/>
            <a:ext cx="38100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320" y="4592320"/>
            <a:ext cx="8214360" cy="287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import requests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from bs4 import BeautifulSoup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page = requests.get(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    "https://example.com/prices")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prices = [t.text for t in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    BeautifulSoup(page.text)</a:t>
            </a:r>
          </a:p>
          <a:p>
            <a:pPr>
              <a:spcAft>
                <a:spcPts val="1020"/>
              </a:spcAft>
              <a:defRPr sz="1700" b="0">
                <a:solidFill>
                  <a:srgbClr val="F8FAFC"/>
                </a:solidFill>
                <a:latin typeface="JetBrains Mono"/>
              </a:defRPr>
            </a:pPr>
            <a:r>
              <a:t>    .select(".price")]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8026400"/>
            <a:ext cx="8823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Four lines. Runs anywhere.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No framework required.</a:t>
            </a:r>
          </a:p>
        </p:txBody>
      </p:sp>
      <p:sp>
        <p:nvSpPr>
          <p:cNvPr id="18" name="Oval 17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9_183376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4864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Inter Tight"/>
              </a:defRPr>
            </a:pPr>
            <a:r>
              <a:t>The Framework 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1120"/>
            <a:ext cx="42849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5520" y="4084320"/>
            <a:ext cx="37769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Inter Tight"/>
              </a:defRPr>
            </a:pPr>
            <a:r>
              <a:t>THE 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520" y="4592320"/>
            <a:ext cx="37769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Pick a framework first</a:t>
            </a: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Spend weeks on</a:t>
            </a: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infrastructure</a:t>
            </a: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Over-architect for</a:t>
            </a: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"future scale"</a:t>
            </a: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Never actually 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0500" y="3881120"/>
            <a:ext cx="42849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70500" y="3881120"/>
            <a:ext cx="42849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4500" y="4084320"/>
            <a:ext cx="37769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Inter Tight"/>
              </a:defRPr>
            </a:pPr>
            <a:r>
              <a:t>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0" y="4592320"/>
            <a:ext cx="37769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Start with a script</a:t>
            </a: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Solve the actual</a:t>
            </a: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problem first</a:t>
            </a: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Add structure only</a:t>
            </a: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when it breaks</a:t>
            </a: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</a:p>
          <a:p>
            <a:pPr>
              <a:spcAft>
                <a:spcPts val="679"/>
              </a:spcAft>
              <a:defRPr sz="1700" b="0">
                <a:solidFill>
                  <a:srgbClr val="F8FAFC"/>
                </a:solidFill>
                <a:latin typeface="Inter"/>
              </a:defRPr>
            </a:pPr>
            <a:r>
              <a:t>Ship today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4_6985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0" b="1">
                <a:solidFill>
                  <a:srgbClr val="1E293B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4864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66720"/>
            <a:ext cx="8823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Inter Tight"/>
              </a:defRPr>
            </a:pPr>
            <a:r>
              <a:t>Dead Simple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4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5520" y="43688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520" y="4445000"/>
            <a:ext cx="66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9120" y="4419600"/>
            <a:ext cx="729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Inter"/>
              </a:defRPr>
            </a:pPr>
            <a:r>
              <a:t>Does it run?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5520" y="60198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520" y="6096000"/>
            <a:ext cx="66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9120" y="6070600"/>
            <a:ext cx="729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Inter"/>
              </a:defRPr>
            </a:pPr>
            <a:r>
              <a:t>Does it save someone time?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7366000"/>
            <a:ext cx="8823960" cy="1397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5520" y="76708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520" y="7747000"/>
            <a:ext cx="66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9120" y="7721600"/>
            <a:ext cx="729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Inter"/>
              </a:defRPr>
            </a:pPr>
            <a:r>
              <a:t>Can you explain it</a:t>
            </a:r>
            <a:br/>
            <a:r>
              <a:t>in one sentence?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9525000"/>
            <a:ext cx="8823960" cy="7620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9677400"/>
            <a:ext cx="88239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Inter Tight"/>
              </a:defRPr>
            </a:pPr>
            <a:r>
              <a:t>If yes to all three — ship it. Stop adding things.</a:t>
            </a:r>
          </a:p>
        </p:txBody>
      </p:sp>
      <p:sp>
        <p:nvSpPr>
          <p:cNvPr id="24" name="Oval 23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6_33987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910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{{handle}}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3556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914400" cy="6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51200"/>
            <a:ext cx="8823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22D3EE"/>
                </a:solidFill>
                <a:latin typeface="Inter Tight"/>
              </a:defRPr>
            </a:pPr>
            <a:r>
              <a:t>The best scraper</a:t>
            </a:r>
            <a:br/>
            <a:r>
              <a:t>is the one that</a:t>
            </a:r>
            <a:br/>
            <a:r>
              <a:t>actually runs.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94400"/>
            <a:ext cx="8823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Not the one with the cleanest architecture,</a:t>
            </a:r>
          </a:p>
          <a:p>
            <a:pPr>
              <a:spcAft>
                <a:spcPts val="10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the most tests, or the fanciest dashboard.</a:t>
            </a:r>
          </a:p>
          <a:p>
            <a:pPr>
              <a:spcAft>
                <a:spcPts val="1000"/>
              </a:spcAft>
              <a:defRPr sz="20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The one that runs. That's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8006080"/>
            <a:ext cx="5943600" cy="12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8260080"/>
            <a:ext cx="8823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Inter Tight"/>
              </a:defRPr>
            </a:pPr>
            <a:r>
              <a:t>{{brand_name}}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8666480"/>
            <a:ext cx="8823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{{tagline}}</a:t>
            </a:r>
          </a:p>
        </p:txBody>
      </p:sp>
      <p:sp>
        <p:nvSpPr>
          <p:cNvPr id="13" name="Oval 12"/>
          <p:cNvSpPr/>
          <p:nvPr/>
        </p:nvSpPr>
        <p:spPr>
          <a:xfrm>
            <a:off x="4165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4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752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00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848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9600" y="12249150"/>
            <a:ext cx="127000" cy="1270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4400" y="12249150"/>
            <a:ext cx="127000" cy="127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