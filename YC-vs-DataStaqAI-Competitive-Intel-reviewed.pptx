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COMPETITIVE INTEL SPRINT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Top 10 Recent YC Agent Companies
vs. DataStaqAI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1188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Does the mid-market × done-for-you wedge still hold against the 2024–2026 batches?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F7F1"/>
                </a:solidFill>
                <a:latin typeface="Calibri"/>
              </a:rPr>
              <a:t>Firecrawl live scrape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F7F1"/>
                </a:solidFill>
                <a:latin typeface="Calibri"/>
              </a:rPr>
              <a:t>7 verified / 3 unverified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F7F1"/>
                </a:solidFill>
                <a:latin typeface="Calibri"/>
              </a:rPr>
              <a:t>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Wedge Is Real — But No Longer Empty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Verdict, then the three things to do about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THREAT LEVEL: MEDIUM — rising to HIGH in Finance &amp; regulated-ops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One YC company (Patched) has independently arrived at your exact done-for-you, outcome-owned pitch. Most others are self-serve products — which confirms your 2×2 rather than contesting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3240938" cy="457200"/>
          </a:xfrm>
          <a:prstGeom prst="roundRect">
            <a:avLst>
              <a:gd name="adj" fmla="val 5000"/>
            </a:avLst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337560"/>
            <a:ext cx="2911754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10 recent YC agent companies scanned live against your 9 deck functions.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Live scrape caught 2 roster errors: Patched pivoted IN, Emergent pivoted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274320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2743200"/>
            <a:ext cx="3240938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8218" y="2798064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810" y="3337560"/>
            <a:ext cx="2911754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“No rip-and-replace / wire into your systems” is now table stakes — Fazeshift, Parahelp and Patched all lead with it.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It was a differentiator in your deck; it is becoming the category default.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274320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27796" y="2743200"/>
            <a:ext cx="3240938" cy="45720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7796" y="2798064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2388" y="3337560"/>
            <a:ext cx="2911754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Reframe the moat to cross-function + owned-outcome + mid-market price.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Lead pursuits with Engineering BUILD — the one lane that just emptied.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49240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589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THE ASK:  Treat Patched &amp; Fazeshift as the watch-list; treat Pulse, ZeroPath &amp; Focal as library components you wire in — that is your “ride, don’t fight” thesis.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Intel: Recent YC Agent Companies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Why The Live Scrape Mattered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Roster lists were already wrong — what the companies actually ship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567863" cy="2926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56786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54680"/>
            <a:ext cx="2348407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PIVOTS the scrape caught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840480"/>
            <a:ext cx="234840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Patched moved INTO your pitch; Emergent moved OUT to consumer 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828800"/>
            <a:ext cx="2567863" cy="2926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2194560"/>
            <a:ext cx="256786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C9A7"/>
                </a:solidFill>
                <a:latin typeface="Calibri"/>
              </a:rPr>
              <a:t>3 of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551" y="3154680"/>
            <a:ext cx="2348407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lead with “no rip-and-replace”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551" y="3840480"/>
            <a:ext cx="234840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Your integration message is now the category default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828800"/>
            <a:ext cx="2567863" cy="2926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194560"/>
            <a:ext cx="256786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E05A6B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3154680"/>
            <a:ext cx="2348407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true done-for-you rival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735" y="3840480"/>
            <a:ext cx="234840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Patched: SLA-owned, outcome-priced, live in 2–5 weeks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828800"/>
            <a:ext cx="2567863" cy="2926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194560"/>
            <a:ext cx="256786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009B82"/>
                </a:solidFill>
                <a:latin typeface="Calibri"/>
              </a:rPr>
              <a:t>7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4919" y="3154680"/>
            <a:ext cx="2348407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live-scrape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4919" y="3840480"/>
            <a:ext cx="2348407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3 sites (Focal, FurtherAI, Propaya) blocked headless fetch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94415" cy="54864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7550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Takeaway: single-function “wire-it-in” integration is commoditizing fast. The defensible position is cross-function delivery + owned outcomes at mid-market price.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Intel: Recent YC Agent Companies · 2026-06-27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Four Threat Tiers — One Real Contender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Most YC natives are products, not delivery; they surround the lane, they don’t occupy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047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82296" cy="16002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3794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5A6B"/>
                </a:solidFill>
                <a:latin typeface="Calibri"/>
              </a:rPr>
              <a:t>TIER 1 · DIRECT THREAT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13432"/>
            <a:ext cx="5025999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Patched — done-for-you regulated-ops agents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Matches your exact pitch: SLA ownership, outcome-priced, live in 2–5 weeks, with published ROI.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91640"/>
            <a:ext cx="5410047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691640"/>
            <a:ext cx="82296" cy="16002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83794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TIER 2 · SURROUNDS THE 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13432"/>
            <a:ext cx="5025999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Fazeshift (AR) · Parahelp (CX) · ZeroPath (AppSec)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Single-function self-serve products leading with “no rip-and-replace.” Win a bake-off in their function.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5410047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82296" cy="16002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62102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9B82"/>
                </a:solidFill>
                <a:latin typeface="Calibri"/>
              </a:rPr>
              <a:t>TIER 3 · ADJACENT /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096512"/>
            <a:ext cx="5025999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Pulse (OCR) · Zeit (NL analytics) · Emergent (pivoted out)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More useful as connectors in your library than rivals. Emergent left modernization entirely.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474720"/>
            <a:ext cx="5410047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474720"/>
            <a:ext cx="82296" cy="16002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62102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5B6B7C"/>
                </a:solidFill>
                <a:latin typeface="Calibri"/>
              </a:rPr>
              <a:t>TIER 4 · UNVERIFIED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096512"/>
            <a:ext cx="5025999" cy="9418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Focal (GRC) · FurtherAI (insurance) · Propaya (proptech)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Roster-sourced only — sites blocked the scrape. Need a follow-up rendering pass before trusting.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Intel: Recent YC Agent Companies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Patched Already Sells Your Exact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Done-for-you, outcome-owned, weeks-to-live — for regulated back-office 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35661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WHAT THEY ACTUALLY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“Work done, not workflows” — execution, not orchestration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“We take responsibility for outcomes, not just the system”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SLA ownership · dedicated infra · audit-by-design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Targets Fraud/Risk, Banking Customer Ops, Reconciliation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6479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30k–400k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cases /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69164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76479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82–93%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1945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resolution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65176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249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3.4–6.1x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546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published ROI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651760"/>
            <a:ext cx="2514600" cy="822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72491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05A6B"/>
                </a:solidFill>
                <a:latin typeface="Calibri"/>
              </a:rPr>
              <a:t>2–5 wks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1546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to operational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65760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3657600"/>
            <a:ext cx="82296" cy="16002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76732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5A6B"/>
                </a:solidFill>
                <a:latin typeface="Calibri"/>
              </a:rPr>
              <a:t>THE GAP vs.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114800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This is your done-for-you, outcome-owned, weeks-to-live pitch — already built, with real stats. Your deck’s numbers are self-labelled illustrative. They have proof; you have a thesis. But: Patched reads enterprise / regulated, not explicitly mid-market — the 200–2,000 band is still open.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Intel: Recent YC Agent Companies · 2026-06-27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Tier 2: One Function Deep, Integration-First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Single-function self-serve products that would beat a generalist in their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0175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01752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22650" y="1929384"/>
            <a:ext cx="384048" cy="310896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2650" y="1938528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29384"/>
            <a:ext cx="228081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Fazeshift · Accounts Receivable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04872"/>
            <a:ext cx="2280818" cy="2359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“Automate your existing processes, no rip-and-replace.”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90% less AR time · 50% DSO reduction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GAP: occupies your Finance use case with YOUR “ERP stays SoR” framing.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783080"/>
            <a:ext cx="3240938" cy="30175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218" y="1783080"/>
            <a:ext cx="82296" cy="301752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12228" y="1929384"/>
            <a:ext cx="384048" cy="310896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2228" y="1938528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250" y="1929384"/>
            <a:ext cx="228081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Parahelp · AI Support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4250" y="2404872"/>
            <a:ext cx="2280818" cy="2359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“Internal Agent” builds the support agent in ~3 days.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ICP: startups (below your 200–2,000 band)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GAP: productizes the integration labor you sell as a service.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1783080"/>
            <a:ext cx="3240938" cy="30175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7796" y="1783080"/>
            <a:ext cx="82296" cy="301752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801807" y="1929384"/>
            <a:ext cx="384048" cy="310896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01807" y="1938528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3828" y="1929384"/>
            <a:ext cx="228081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ZeroPath · AI-Native AppSec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3828" y="2404872"/>
            <a:ext cx="2280818" cy="2359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Finds + auto-fixes business-logic &amp; auth vulns.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Real CVEs; praised by the curl maintainer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GAP: stronger than a generic agent in Security — but still a product to run.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4068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1383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Response: lead with breadth (3–5 functions, NRR expansion) where a single-function native cannot follow.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Intel: Recent YC Agent Companies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Tier 3: Components To Wire In, Not Fight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Best wired into your library; one rival vacated your sharpest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0175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0175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22650" y="1929384"/>
            <a:ext cx="384048" cy="310896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2650" y="1938528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929384"/>
            <a:ext cx="228081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Pulse · Document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04872"/>
            <a:ext cx="2280818" cy="2359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OCR/layout/vision — 1B+ pages processed.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Serves AI startups → Fortune 10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USE: the “rescue failed OCR” component in your Finance play.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783080"/>
            <a:ext cx="3240938" cy="30175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218" y="1783080"/>
            <a:ext cx="82296" cy="30175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12228" y="1929384"/>
            <a:ext cx="384048" cy="310896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2228" y="1938528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250" y="1929384"/>
            <a:ext cx="228081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Zeit AI · NL Analytics (EU)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4250" y="2404872"/>
            <a:ext cx="2280818" cy="2359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Natural-language analytics, production in weeks.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€24M negotiation gains; 90% reports automated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ADJACENT: your text-to-SQL lane, but EU + product-led.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1783080"/>
            <a:ext cx="3240938" cy="30175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7796" y="1783080"/>
            <a:ext cx="82296" cy="301752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801807" y="1929384"/>
            <a:ext cx="384048" cy="310896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01807" y="1938528"/>
            <a:ext cx="38404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3828" y="1929384"/>
            <a:ext cx="228081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Emergent · PIVOTED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3828" y="2404872"/>
            <a:ext cx="2280818" cy="2359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Was: software modernization (your BUILD play).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Now: consumer app builder, 10M+ users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RESULT: your Engineering BUILD lane lost a would-be rival.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4068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1383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This is literally your “ride, don’t fight” thesis: wire best-of-breed agents in; never out-build the funded natives.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Intel: Recent YC Agent Companies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Where You Win, Where They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You win on breadth &amp; mid-market; they win on single-function depth &amp; published proof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75564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755648"/>
            <a:ext cx="4050791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1094415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2199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Done-for-you / outcome ownership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212848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249424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221992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Patched matches the pitch and has stats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70048"/>
            <a:ext cx="1109441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889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Cross-function breadth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779776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816352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DataStaqAI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788920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Every YC co is single-function; you wire 3–5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36976"/>
            <a:ext cx="11094415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Mid-market focus (200–2,000)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3346704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338328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DataStaqAI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355848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Parahelp=startups; Patched/Pulse read enterprise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03904"/>
            <a:ext cx="1109441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2277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Depth in a single function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3913632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395020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YC natives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922776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Fazeshift / ZeroPath / Pulse beat a generalist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370832"/>
            <a:ext cx="11094415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48970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Published proof metrics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80" y="4480560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4517136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YC natives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489704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They post resolution %, ROI; yours is illustrative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60"/>
            <a:ext cx="1109441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0566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“No rip-and-replace” integration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2080" y="5047488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5084064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TIE → eroding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5056632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Your differentiator is becoming the default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504688"/>
            <a:ext cx="11094415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23559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Owned-code BUILD plays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0" y="5614416"/>
            <a:ext cx="2011680" cy="347472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80" y="5650992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DataStaqAI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5623559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Emergent left; rivals remain Global-2000-only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Intel: Recent YC Agent Companies · 2026-06-27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Three Things They Do That You Don’t — And The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Close these before they harden into a moat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28800"/>
            <a:ext cx="264657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Publish hard outcome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Patched: 82–93% resolution, 3.4–6.1x ROI. Fazeshift: 50% DSO. Zeit: €24M.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Yours are self-labelled illustrative.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251960"/>
            <a:ext cx="2911754" cy="96012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4370832"/>
            <a:ext cx="263743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FIX: swap one illustrative slide for a real pilot stat the moment you have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8218" y="178308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8218" y="1801368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1138" y="1828800"/>
            <a:ext cx="264657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Productize your integration labor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6818" y="2606040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Parahelp’s “Internal Agent builds your agent in 3 days” is your delivery work as a self-serve product.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2810" y="4251960"/>
            <a:ext cx="2911754" cy="96012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9970" y="4370832"/>
            <a:ext cx="263743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FIX: position library/MCP reuse as faster + governed + owned, not just “we do it for you.”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27796" y="178308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7796" y="1801368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0716" y="1828800"/>
            <a:ext cx="264657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Own the proof in one function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6396" y="2606040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 generalist loses a single-function bake-off against Fazeshift or ZeroPath.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92388" y="4251960"/>
            <a:ext cx="2911754" cy="96012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9548" y="4370832"/>
            <a:ext cx="263743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FIX: lead with Engineering BUILD where no YC native competes, then land-and-expand.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Intel: Recent YC Agent Companies · 2026-06-27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One Thing They Can’t Easily Copy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37160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Cross-function done-for-you delivery into the mid-market, on engineering economics.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Every company here is a single-function self-serve product or enterprise-priced. None wires 3–5 functions into a mid-market company’s systems of record, owns the workflow + governance, and runs it at $2–5k/mo. That compound position — plus the reusable agent/connector library behind it — is still uncontested.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3240938" cy="228600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136392"/>
            <a:ext cx="25094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Reframe the moat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2875178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From “we integrate” to “we integrate across functions, outcome-owned, at mid-market price.”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3063240"/>
            <a:ext cx="3240938" cy="228600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306324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1098" y="310896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4018" y="3136392"/>
            <a:ext cx="25094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Lead with Engineering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818" y="3749039"/>
            <a:ext cx="2875178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Top-scored function and the one YC lane that just emptied — lowest competitive density.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3063240"/>
            <a:ext cx="3240938" cy="228600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7796" y="306324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0676" y="310896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3596" y="3136392"/>
            <a:ext cx="25094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Wire in, don’t fight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3749039"/>
            <a:ext cx="2875178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Treat Pulse, ZeroPath, Focal as library components. The threat is Patched/Fazeshift bundling function + delivery first.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Intel: Recent YC Agent Companies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 — Read Before Citing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was built and what it does not yet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737360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792224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(firecrawl-pp-cli) live scrape of each company’s own site, plus Wing VC’s YC S24 roster and the YC company directory.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33472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88336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Numbers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633472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688336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All metrics are the companies’ own published claims — not independently audited. DataStaqAI figures in the source deck are self-labelled illustrative.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9584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529584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584448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Curated for competitive relevance to your deck’s 9 functions, NOT raw funding rank. Pool skews S24 / W25 (the enterprise-agent-heavy batches).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25696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0559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Verification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4425696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480559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7 of 10 live-scrape-verified. Focal, FurtherAI, Propaya blocked headless fetch — roster-sourced only; re-run with JS rendering before trusting.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21808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76672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Next pass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5321808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5376672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Pull funding/headcount per company for a true rank; re-scrape the 3 blocked sites; draft counter-positioning against Patched specifically.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Intel: Recent YC Agent Companies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